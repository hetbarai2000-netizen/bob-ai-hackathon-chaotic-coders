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2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88637" y="3195572"/>
            <a:ext cx="3848735" cy="1421765"/>
          </a:xfrm>
          <a:custGeom>
            <a:avLst/>
            <a:gdLst/>
            <a:ahLst/>
            <a:cxnLst/>
            <a:rect l="l" t="t" r="r" b="b"/>
            <a:pathLst>
              <a:path w="3848734" h="1421764">
                <a:moveTo>
                  <a:pt x="3137662" y="1421244"/>
                </a:moveTo>
                <a:lnTo>
                  <a:pt x="0" y="1421244"/>
                </a:lnTo>
                <a:lnTo>
                  <a:pt x="0" y="0"/>
                </a:lnTo>
                <a:lnTo>
                  <a:pt x="3137662" y="0"/>
                </a:lnTo>
                <a:lnTo>
                  <a:pt x="3186315" y="1639"/>
                </a:lnTo>
                <a:lnTo>
                  <a:pt x="3234089" y="6487"/>
                </a:lnTo>
                <a:lnTo>
                  <a:pt x="3280877" y="14437"/>
                </a:lnTo>
                <a:lnTo>
                  <a:pt x="3326573" y="25384"/>
                </a:lnTo>
                <a:lnTo>
                  <a:pt x="3371072" y="39222"/>
                </a:lnTo>
                <a:lnTo>
                  <a:pt x="3414268" y="55844"/>
                </a:lnTo>
                <a:lnTo>
                  <a:pt x="3456054" y="75146"/>
                </a:lnTo>
                <a:lnTo>
                  <a:pt x="3496325" y="97021"/>
                </a:lnTo>
                <a:lnTo>
                  <a:pt x="3534976" y="121364"/>
                </a:lnTo>
                <a:lnTo>
                  <a:pt x="3571900" y="148068"/>
                </a:lnTo>
                <a:lnTo>
                  <a:pt x="3606992" y="177028"/>
                </a:lnTo>
                <a:lnTo>
                  <a:pt x="3640145" y="208138"/>
                </a:lnTo>
                <a:lnTo>
                  <a:pt x="3671254" y="241292"/>
                </a:lnTo>
                <a:lnTo>
                  <a:pt x="3700213" y="276385"/>
                </a:lnTo>
                <a:lnTo>
                  <a:pt x="3726917" y="313309"/>
                </a:lnTo>
                <a:lnTo>
                  <a:pt x="3751259" y="351961"/>
                </a:lnTo>
                <a:lnTo>
                  <a:pt x="3773133" y="392233"/>
                </a:lnTo>
                <a:lnTo>
                  <a:pt x="3792434" y="434020"/>
                </a:lnTo>
                <a:lnTo>
                  <a:pt x="3809057" y="477216"/>
                </a:lnTo>
                <a:lnTo>
                  <a:pt x="3822894" y="521715"/>
                </a:lnTo>
                <a:lnTo>
                  <a:pt x="3833840" y="567412"/>
                </a:lnTo>
                <a:lnTo>
                  <a:pt x="3841790" y="614200"/>
                </a:lnTo>
                <a:lnTo>
                  <a:pt x="3846638" y="661974"/>
                </a:lnTo>
                <a:lnTo>
                  <a:pt x="3848277" y="710628"/>
                </a:lnTo>
                <a:lnTo>
                  <a:pt x="3846638" y="759280"/>
                </a:lnTo>
                <a:lnTo>
                  <a:pt x="3841790" y="807053"/>
                </a:lnTo>
                <a:lnTo>
                  <a:pt x="3833840" y="853840"/>
                </a:lnTo>
                <a:lnTo>
                  <a:pt x="3822894" y="899535"/>
                </a:lnTo>
                <a:lnTo>
                  <a:pt x="3809057" y="944034"/>
                </a:lnTo>
                <a:lnTo>
                  <a:pt x="3792434" y="987229"/>
                </a:lnTo>
                <a:lnTo>
                  <a:pt x="3773133" y="1029015"/>
                </a:lnTo>
                <a:lnTo>
                  <a:pt x="3751259" y="1069286"/>
                </a:lnTo>
                <a:lnTo>
                  <a:pt x="3726917" y="1107937"/>
                </a:lnTo>
                <a:lnTo>
                  <a:pt x="3700213" y="1144861"/>
                </a:lnTo>
                <a:lnTo>
                  <a:pt x="3671254" y="1179953"/>
                </a:lnTo>
                <a:lnTo>
                  <a:pt x="3640145" y="1213107"/>
                </a:lnTo>
                <a:lnTo>
                  <a:pt x="3606992" y="1244216"/>
                </a:lnTo>
                <a:lnTo>
                  <a:pt x="3571900" y="1273176"/>
                </a:lnTo>
                <a:lnTo>
                  <a:pt x="3534976" y="1299880"/>
                </a:lnTo>
                <a:lnTo>
                  <a:pt x="3496325" y="1324222"/>
                </a:lnTo>
                <a:lnTo>
                  <a:pt x="3456054" y="1346097"/>
                </a:lnTo>
                <a:lnTo>
                  <a:pt x="3414268" y="1365399"/>
                </a:lnTo>
                <a:lnTo>
                  <a:pt x="3371072" y="1382022"/>
                </a:lnTo>
                <a:lnTo>
                  <a:pt x="3326573" y="1395859"/>
                </a:lnTo>
                <a:lnTo>
                  <a:pt x="3280877" y="1406806"/>
                </a:lnTo>
                <a:lnTo>
                  <a:pt x="3234089" y="1414757"/>
                </a:lnTo>
                <a:lnTo>
                  <a:pt x="3186315" y="1419604"/>
                </a:lnTo>
                <a:lnTo>
                  <a:pt x="3137662" y="1421244"/>
                </a:lnTo>
                <a:close/>
              </a:path>
            </a:pathLst>
          </a:custGeom>
          <a:solidFill>
            <a:srgbClr val="A7DD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88637" y="3195572"/>
            <a:ext cx="3848735" cy="1421765"/>
          </a:xfrm>
          <a:custGeom>
            <a:avLst/>
            <a:gdLst/>
            <a:ahLst/>
            <a:cxnLst/>
            <a:rect l="l" t="t" r="r" b="b"/>
            <a:pathLst>
              <a:path w="3848734" h="1421764">
                <a:moveTo>
                  <a:pt x="3137657" y="1421245"/>
                </a:moveTo>
                <a:lnTo>
                  <a:pt x="0" y="1421245"/>
                </a:lnTo>
              </a:path>
              <a:path w="3848734" h="1421764">
                <a:moveTo>
                  <a:pt x="0" y="0"/>
                </a:moveTo>
                <a:lnTo>
                  <a:pt x="3137657" y="0"/>
                </a:lnTo>
              </a:path>
              <a:path w="3848734" h="1421764">
                <a:moveTo>
                  <a:pt x="3137657" y="0"/>
                </a:moveTo>
                <a:lnTo>
                  <a:pt x="3186311" y="1639"/>
                </a:lnTo>
                <a:lnTo>
                  <a:pt x="3234085" y="6487"/>
                </a:lnTo>
                <a:lnTo>
                  <a:pt x="3280873" y="14437"/>
                </a:lnTo>
                <a:lnTo>
                  <a:pt x="3326569" y="25384"/>
                </a:lnTo>
                <a:lnTo>
                  <a:pt x="3371068" y="39221"/>
                </a:lnTo>
                <a:lnTo>
                  <a:pt x="3414264" y="55844"/>
                </a:lnTo>
                <a:lnTo>
                  <a:pt x="3456051" y="75145"/>
                </a:lnTo>
                <a:lnTo>
                  <a:pt x="3496322" y="97020"/>
                </a:lnTo>
                <a:lnTo>
                  <a:pt x="3534973" y="121363"/>
                </a:lnTo>
                <a:lnTo>
                  <a:pt x="3571898" y="148066"/>
                </a:lnTo>
                <a:lnTo>
                  <a:pt x="3606990" y="177026"/>
                </a:lnTo>
                <a:lnTo>
                  <a:pt x="3640144" y="208136"/>
                </a:lnTo>
                <a:lnTo>
                  <a:pt x="3671253" y="241290"/>
                </a:lnTo>
                <a:lnTo>
                  <a:pt x="3700213" y="276382"/>
                </a:lnTo>
                <a:lnTo>
                  <a:pt x="3726917" y="313306"/>
                </a:lnTo>
                <a:lnTo>
                  <a:pt x="3751259" y="351957"/>
                </a:lnTo>
                <a:lnTo>
                  <a:pt x="3773134" y="392229"/>
                </a:lnTo>
                <a:lnTo>
                  <a:pt x="3792436" y="434015"/>
                </a:lnTo>
                <a:lnTo>
                  <a:pt x="3809058" y="477211"/>
                </a:lnTo>
                <a:lnTo>
                  <a:pt x="3822896" y="521710"/>
                </a:lnTo>
                <a:lnTo>
                  <a:pt x="3833842" y="567407"/>
                </a:lnTo>
                <a:lnTo>
                  <a:pt x="3841793" y="614195"/>
                </a:lnTo>
                <a:lnTo>
                  <a:pt x="3846640" y="661968"/>
                </a:lnTo>
                <a:lnTo>
                  <a:pt x="3848280" y="710622"/>
                </a:lnTo>
                <a:lnTo>
                  <a:pt x="3846640" y="759276"/>
                </a:lnTo>
                <a:lnTo>
                  <a:pt x="3841793" y="807049"/>
                </a:lnTo>
                <a:lnTo>
                  <a:pt x="3833842" y="853837"/>
                </a:lnTo>
                <a:lnTo>
                  <a:pt x="3822896" y="899534"/>
                </a:lnTo>
                <a:lnTo>
                  <a:pt x="3809058" y="944033"/>
                </a:lnTo>
                <a:lnTo>
                  <a:pt x="3792436" y="987229"/>
                </a:lnTo>
                <a:lnTo>
                  <a:pt x="3773134" y="1029015"/>
                </a:lnTo>
                <a:lnTo>
                  <a:pt x="3751259" y="1069287"/>
                </a:lnTo>
                <a:lnTo>
                  <a:pt x="3726917" y="1107938"/>
                </a:lnTo>
                <a:lnTo>
                  <a:pt x="3700213" y="1144862"/>
                </a:lnTo>
                <a:lnTo>
                  <a:pt x="3671253" y="1179954"/>
                </a:lnTo>
                <a:lnTo>
                  <a:pt x="3640144" y="1213108"/>
                </a:lnTo>
                <a:lnTo>
                  <a:pt x="3606990" y="1244218"/>
                </a:lnTo>
                <a:lnTo>
                  <a:pt x="3571898" y="1273178"/>
                </a:lnTo>
                <a:lnTo>
                  <a:pt x="3534973" y="1299882"/>
                </a:lnTo>
                <a:lnTo>
                  <a:pt x="3496322" y="1324224"/>
                </a:lnTo>
                <a:lnTo>
                  <a:pt x="3456051" y="1346099"/>
                </a:lnTo>
                <a:lnTo>
                  <a:pt x="3414264" y="1365400"/>
                </a:lnTo>
                <a:lnTo>
                  <a:pt x="3371068" y="1382023"/>
                </a:lnTo>
                <a:lnTo>
                  <a:pt x="3326569" y="1395860"/>
                </a:lnTo>
                <a:lnTo>
                  <a:pt x="3280873" y="1406807"/>
                </a:lnTo>
                <a:lnTo>
                  <a:pt x="3234085" y="1414757"/>
                </a:lnTo>
                <a:lnTo>
                  <a:pt x="3186311" y="1419605"/>
                </a:lnTo>
                <a:lnTo>
                  <a:pt x="3137657" y="1421245"/>
                </a:lnTo>
              </a:path>
              <a:path w="3848734" h="1421764">
                <a:moveTo>
                  <a:pt x="0" y="1421245"/>
                </a:moveTo>
                <a:lnTo>
                  <a:pt x="0" y="0"/>
                </a:lnTo>
              </a:path>
            </a:pathLst>
          </a:custGeom>
          <a:ln w="14808">
            <a:solidFill>
              <a:srgbClr val="F2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81038" y="1419017"/>
            <a:ext cx="4307840" cy="1421765"/>
          </a:xfrm>
          <a:custGeom>
            <a:avLst/>
            <a:gdLst/>
            <a:ahLst/>
            <a:cxnLst/>
            <a:rect l="l" t="t" r="r" b="b"/>
            <a:pathLst>
              <a:path w="4307840" h="1421764">
                <a:moveTo>
                  <a:pt x="4307598" y="1421244"/>
                </a:moveTo>
                <a:lnTo>
                  <a:pt x="710628" y="1421244"/>
                </a:lnTo>
                <a:lnTo>
                  <a:pt x="661974" y="1419604"/>
                </a:lnTo>
                <a:lnTo>
                  <a:pt x="614200" y="1414757"/>
                </a:lnTo>
                <a:lnTo>
                  <a:pt x="567412" y="1406806"/>
                </a:lnTo>
                <a:lnTo>
                  <a:pt x="521715" y="1395859"/>
                </a:lnTo>
                <a:lnTo>
                  <a:pt x="477216" y="1382022"/>
                </a:lnTo>
                <a:lnTo>
                  <a:pt x="434020" y="1365399"/>
                </a:lnTo>
                <a:lnTo>
                  <a:pt x="392233" y="1346097"/>
                </a:lnTo>
                <a:lnTo>
                  <a:pt x="351961" y="1324222"/>
                </a:lnTo>
                <a:lnTo>
                  <a:pt x="313309" y="1299880"/>
                </a:lnTo>
                <a:lnTo>
                  <a:pt x="276385" y="1273176"/>
                </a:lnTo>
                <a:lnTo>
                  <a:pt x="241292" y="1244216"/>
                </a:lnTo>
                <a:lnTo>
                  <a:pt x="208138" y="1213107"/>
                </a:lnTo>
                <a:lnTo>
                  <a:pt x="177028" y="1179953"/>
                </a:lnTo>
                <a:lnTo>
                  <a:pt x="148068" y="1144861"/>
                </a:lnTo>
                <a:lnTo>
                  <a:pt x="121364" y="1107937"/>
                </a:lnTo>
                <a:lnTo>
                  <a:pt x="97021" y="1069286"/>
                </a:lnTo>
                <a:lnTo>
                  <a:pt x="75146" y="1029015"/>
                </a:lnTo>
                <a:lnTo>
                  <a:pt x="55844" y="987229"/>
                </a:lnTo>
                <a:lnTo>
                  <a:pt x="39222" y="944034"/>
                </a:lnTo>
                <a:lnTo>
                  <a:pt x="25384" y="899535"/>
                </a:lnTo>
                <a:lnTo>
                  <a:pt x="14437" y="853840"/>
                </a:lnTo>
                <a:lnTo>
                  <a:pt x="6487" y="807053"/>
                </a:lnTo>
                <a:lnTo>
                  <a:pt x="1639" y="759280"/>
                </a:lnTo>
                <a:lnTo>
                  <a:pt x="0" y="710628"/>
                </a:lnTo>
                <a:lnTo>
                  <a:pt x="1639" y="661974"/>
                </a:lnTo>
                <a:lnTo>
                  <a:pt x="6487" y="614200"/>
                </a:lnTo>
                <a:lnTo>
                  <a:pt x="14437" y="567412"/>
                </a:lnTo>
                <a:lnTo>
                  <a:pt x="25384" y="521715"/>
                </a:lnTo>
                <a:lnTo>
                  <a:pt x="39222" y="477216"/>
                </a:lnTo>
                <a:lnTo>
                  <a:pt x="55844" y="434020"/>
                </a:lnTo>
                <a:lnTo>
                  <a:pt x="75146" y="392233"/>
                </a:lnTo>
                <a:lnTo>
                  <a:pt x="97021" y="351961"/>
                </a:lnTo>
                <a:lnTo>
                  <a:pt x="121364" y="313309"/>
                </a:lnTo>
                <a:lnTo>
                  <a:pt x="148068" y="276385"/>
                </a:lnTo>
                <a:lnTo>
                  <a:pt x="177028" y="241292"/>
                </a:lnTo>
                <a:lnTo>
                  <a:pt x="208138" y="208138"/>
                </a:lnTo>
                <a:lnTo>
                  <a:pt x="241292" y="177028"/>
                </a:lnTo>
                <a:lnTo>
                  <a:pt x="276385" y="148068"/>
                </a:lnTo>
                <a:lnTo>
                  <a:pt x="313309" y="121364"/>
                </a:lnTo>
                <a:lnTo>
                  <a:pt x="351961" y="97021"/>
                </a:lnTo>
                <a:lnTo>
                  <a:pt x="392233" y="75146"/>
                </a:lnTo>
                <a:lnTo>
                  <a:pt x="434020" y="55844"/>
                </a:lnTo>
                <a:lnTo>
                  <a:pt x="477216" y="39222"/>
                </a:lnTo>
                <a:lnTo>
                  <a:pt x="521715" y="25384"/>
                </a:lnTo>
                <a:lnTo>
                  <a:pt x="567412" y="14437"/>
                </a:lnTo>
                <a:lnTo>
                  <a:pt x="614200" y="6487"/>
                </a:lnTo>
                <a:lnTo>
                  <a:pt x="661974" y="1639"/>
                </a:lnTo>
                <a:lnTo>
                  <a:pt x="710628" y="0"/>
                </a:lnTo>
                <a:lnTo>
                  <a:pt x="4307598" y="0"/>
                </a:lnTo>
                <a:lnTo>
                  <a:pt x="4307598" y="1421244"/>
                </a:lnTo>
                <a:close/>
              </a:path>
            </a:pathLst>
          </a:custGeom>
          <a:solidFill>
            <a:srgbClr val="A7DD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81038" y="1419017"/>
            <a:ext cx="4307840" cy="1421765"/>
          </a:xfrm>
          <a:custGeom>
            <a:avLst/>
            <a:gdLst/>
            <a:ahLst/>
            <a:cxnLst/>
            <a:rect l="l" t="t" r="r" b="b"/>
            <a:pathLst>
              <a:path w="4307840" h="1421764">
                <a:moveTo>
                  <a:pt x="710622" y="0"/>
                </a:moveTo>
                <a:lnTo>
                  <a:pt x="4307599" y="0"/>
                </a:lnTo>
              </a:path>
              <a:path w="4307840" h="1421764">
                <a:moveTo>
                  <a:pt x="4307599" y="1421245"/>
                </a:moveTo>
                <a:lnTo>
                  <a:pt x="710622" y="1421245"/>
                </a:lnTo>
              </a:path>
              <a:path w="4307840" h="1421764">
                <a:moveTo>
                  <a:pt x="710622" y="1421245"/>
                </a:moveTo>
                <a:lnTo>
                  <a:pt x="661968" y="1419605"/>
                </a:lnTo>
                <a:lnTo>
                  <a:pt x="614195" y="1414757"/>
                </a:lnTo>
                <a:lnTo>
                  <a:pt x="567407" y="1406807"/>
                </a:lnTo>
                <a:lnTo>
                  <a:pt x="521710" y="1395860"/>
                </a:lnTo>
                <a:lnTo>
                  <a:pt x="477211" y="1382023"/>
                </a:lnTo>
                <a:lnTo>
                  <a:pt x="434015" y="1365400"/>
                </a:lnTo>
                <a:lnTo>
                  <a:pt x="392229" y="1346099"/>
                </a:lnTo>
                <a:lnTo>
                  <a:pt x="351957" y="1324224"/>
                </a:lnTo>
                <a:lnTo>
                  <a:pt x="313306" y="1299882"/>
                </a:lnTo>
                <a:lnTo>
                  <a:pt x="276382" y="1273178"/>
                </a:lnTo>
                <a:lnTo>
                  <a:pt x="241290" y="1244218"/>
                </a:lnTo>
                <a:lnTo>
                  <a:pt x="208136" y="1213108"/>
                </a:lnTo>
                <a:lnTo>
                  <a:pt x="177026" y="1179954"/>
                </a:lnTo>
                <a:lnTo>
                  <a:pt x="148066" y="1144862"/>
                </a:lnTo>
                <a:lnTo>
                  <a:pt x="121363" y="1107938"/>
                </a:lnTo>
                <a:lnTo>
                  <a:pt x="97020" y="1069287"/>
                </a:lnTo>
                <a:lnTo>
                  <a:pt x="75145" y="1029015"/>
                </a:lnTo>
                <a:lnTo>
                  <a:pt x="55844" y="987229"/>
                </a:lnTo>
                <a:lnTo>
                  <a:pt x="39221" y="944033"/>
                </a:lnTo>
                <a:lnTo>
                  <a:pt x="25384" y="899534"/>
                </a:lnTo>
                <a:lnTo>
                  <a:pt x="14437" y="853837"/>
                </a:lnTo>
                <a:lnTo>
                  <a:pt x="6487" y="807049"/>
                </a:lnTo>
                <a:lnTo>
                  <a:pt x="1639" y="759276"/>
                </a:lnTo>
                <a:lnTo>
                  <a:pt x="0" y="710622"/>
                </a:lnTo>
                <a:lnTo>
                  <a:pt x="1639" y="661968"/>
                </a:lnTo>
                <a:lnTo>
                  <a:pt x="6487" y="614195"/>
                </a:lnTo>
                <a:lnTo>
                  <a:pt x="14437" y="567407"/>
                </a:lnTo>
                <a:lnTo>
                  <a:pt x="25384" y="521710"/>
                </a:lnTo>
                <a:lnTo>
                  <a:pt x="39221" y="477211"/>
                </a:lnTo>
                <a:lnTo>
                  <a:pt x="55844" y="434015"/>
                </a:lnTo>
                <a:lnTo>
                  <a:pt x="75145" y="392229"/>
                </a:lnTo>
                <a:lnTo>
                  <a:pt x="97020" y="351957"/>
                </a:lnTo>
                <a:lnTo>
                  <a:pt x="121363" y="313306"/>
                </a:lnTo>
                <a:lnTo>
                  <a:pt x="148066" y="276382"/>
                </a:lnTo>
                <a:lnTo>
                  <a:pt x="177026" y="241290"/>
                </a:lnTo>
                <a:lnTo>
                  <a:pt x="208136" y="208136"/>
                </a:lnTo>
                <a:lnTo>
                  <a:pt x="241290" y="177026"/>
                </a:lnTo>
                <a:lnTo>
                  <a:pt x="276382" y="148066"/>
                </a:lnTo>
                <a:lnTo>
                  <a:pt x="313306" y="121363"/>
                </a:lnTo>
                <a:lnTo>
                  <a:pt x="351957" y="97020"/>
                </a:lnTo>
                <a:lnTo>
                  <a:pt x="392229" y="75145"/>
                </a:lnTo>
                <a:lnTo>
                  <a:pt x="434015" y="55844"/>
                </a:lnTo>
                <a:lnTo>
                  <a:pt x="477211" y="39221"/>
                </a:lnTo>
                <a:lnTo>
                  <a:pt x="521710" y="25384"/>
                </a:lnTo>
                <a:lnTo>
                  <a:pt x="567407" y="14437"/>
                </a:lnTo>
                <a:lnTo>
                  <a:pt x="614195" y="6487"/>
                </a:lnTo>
                <a:lnTo>
                  <a:pt x="661968" y="1639"/>
                </a:lnTo>
                <a:lnTo>
                  <a:pt x="710622" y="0"/>
                </a:lnTo>
              </a:path>
              <a:path w="4307840" h="1421764">
                <a:moveTo>
                  <a:pt x="4307599" y="0"/>
                </a:moveTo>
                <a:lnTo>
                  <a:pt x="4307599" y="1421245"/>
                </a:lnTo>
              </a:path>
            </a:pathLst>
          </a:custGeom>
          <a:ln w="14808">
            <a:solidFill>
              <a:srgbClr val="F2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79769" y="4972130"/>
            <a:ext cx="4609465" cy="1421765"/>
          </a:xfrm>
          <a:custGeom>
            <a:avLst/>
            <a:gdLst/>
            <a:ahLst/>
            <a:cxnLst/>
            <a:rect l="l" t="t" r="r" b="b"/>
            <a:pathLst>
              <a:path w="4609465" h="1421764">
                <a:moveTo>
                  <a:pt x="4608868" y="1421244"/>
                </a:moveTo>
                <a:lnTo>
                  <a:pt x="710628" y="1421244"/>
                </a:lnTo>
                <a:lnTo>
                  <a:pt x="661974" y="1419604"/>
                </a:lnTo>
                <a:lnTo>
                  <a:pt x="614200" y="1414757"/>
                </a:lnTo>
                <a:lnTo>
                  <a:pt x="567412" y="1406806"/>
                </a:lnTo>
                <a:lnTo>
                  <a:pt x="521715" y="1395859"/>
                </a:lnTo>
                <a:lnTo>
                  <a:pt x="477216" y="1382022"/>
                </a:lnTo>
                <a:lnTo>
                  <a:pt x="434020" y="1365399"/>
                </a:lnTo>
                <a:lnTo>
                  <a:pt x="392233" y="1346097"/>
                </a:lnTo>
                <a:lnTo>
                  <a:pt x="351961" y="1324222"/>
                </a:lnTo>
                <a:lnTo>
                  <a:pt x="313309" y="1299880"/>
                </a:lnTo>
                <a:lnTo>
                  <a:pt x="276385" y="1273176"/>
                </a:lnTo>
                <a:lnTo>
                  <a:pt x="241292" y="1244216"/>
                </a:lnTo>
                <a:lnTo>
                  <a:pt x="208138" y="1213107"/>
                </a:lnTo>
                <a:lnTo>
                  <a:pt x="177028" y="1179953"/>
                </a:lnTo>
                <a:lnTo>
                  <a:pt x="148068" y="1144861"/>
                </a:lnTo>
                <a:lnTo>
                  <a:pt x="121364" y="1107937"/>
                </a:lnTo>
                <a:lnTo>
                  <a:pt x="97021" y="1069286"/>
                </a:lnTo>
                <a:lnTo>
                  <a:pt x="75146" y="1029015"/>
                </a:lnTo>
                <a:lnTo>
                  <a:pt x="55844" y="987229"/>
                </a:lnTo>
                <a:lnTo>
                  <a:pt x="39222" y="944034"/>
                </a:lnTo>
                <a:lnTo>
                  <a:pt x="25384" y="899535"/>
                </a:lnTo>
                <a:lnTo>
                  <a:pt x="14437" y="853840"/>
                </a:lnTo>
                <a:lnTo>
                  <a:pt x="6487" y="807053"/>
                </a:lnTo>
                <a:lnTo>
                  <a:pt x="1639" y="759280"/>
                </a:lnTo>
                <a:lnTo>
                  <a:pt x="0" y="710628"/>
                </a:lnTo>
                <a:lnTo>
                  <a:pt x="1639" y="661974"/>
                </a:lnTo>
                <a:lnTo>
                  <a:pt x="6487" y="614200"/>
                </a:lnTo>
                <a:lnTo>
                  <a:pt x="14437" y="567412"/>
                </a:lnTo>
                <a:lnTo>
                  <a:pt x="25384" y="521715"/>
                </a:lnTo>
                <a:lnTo>
                  <a:pt x="39222" y="477216"/>
                </a:lnTo>
                <a:lnTo>
                  <a:pt x="55844" y="434020"/>
                </a:lnTo>
                <a:lnTo>
                  <a:pt x="75146" y="392233"/>
                </a:lnTo>
                <a:lnTo>
                  <a:pt x="97021" y="351961"/>
                </a:lnTo>
                <a:lnTo>
                  <a:pt x="121364" y="313309"/>
                </a:lnTo>
                <a:lnTo>
                  <a:pt x="148068" y="276385"/>
                </a:lnTo>
                <a:lnTo>
                  <a:pt x="177028" y="241292"/>
                </a:lnTo>
                <a:lnTo>
                  <a:pt x="208138" y="208138"/>
                </a:lnTo>
                <a:lnTo>
                  <a:pt x="241292" y="177028"/>
                </a:lnTo>
                <a:lnTo>
                  <a:pt x="276385" y="148068"/>
                </a:lnTo>
                <a:lnTo>
                  <a:pt x="313309" y="121364"/>
                </a:lnTo>
                <a:lnTo>
                  <a:pt x="351961" y="97021"/>
                </a:lnTo>
                <a:lnTo>
                  <a:pt x="392233" y="75146"/>
                </a:lnTo>
                <a:lnTo>
                  <a:pt x="434020" y="55844"/>
                </a:lnTo>
                <a:lnTo>
                  <a:pt x="477216" y="39222"/>
                </a:lnTo>
                <a:lnTo>
                  <a:pt x="521715" y="25384"/>
                </a:lnTo>
                <a:lnTo>
                  <a:pt x="567412" y="14437"/>
                </a:lnTo>
                <a:lnTo>
                  <a:pt x="614200" y="6487"/>
                </a:lnTo>
                <a:lnTo>
                  <a:pt x="661974" y="1639"/>
                </a:lnTo>
                <a:lnTo>
                  <a:pt x="710628" y="0"/>
                </a:lnTo>
                <a:lnTo>
                  <a:pt x="4608868" y="0"/>
                </a:lnTo>
                <a:lnTo>
                  <a:pt x="4608868" y="1421244"/>
                </a:lnTo>
                <a:close/>
              </a:path>
            </a:pathLst>
          </a:custGeom>
          <a:solidFill>
            <a:srgbClr val="A7DD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79769" y="4972130"/>
            <a:ext cx="4609465" cy="1421765"/>
          </a:xfrm>
          <a:custGeom>
            <a:avLst/>
            <a:gdLst/>
            <a:ahLst/>
            <a:cxnLst/>
            <a:rect l="l" t="t" r="r" b="b"/>
            <a:pathLst>
              <a:path w="4609465" h="1421764">
                <a:moveTo>
                  <a:pt x="710622" y="0"/>
                </a:moveTo>
                <a:lnTo>
                  <a:pt x="4608867" y="0"/>
                </a:lnTo>
              </a:path>
              <a:path w="4609465" h="1421764">
                <a:moveTo>
                  <a:pt x="4608867" y="1421245"/>
                </a:moveTo>
                <a:lnTo>
                  <a:pt x="710622" y="1421245"/>
                </a:lnTo>
              </a:path>
              <a:path w="4609465" h="1421764">
                <a:moveTo>
                  <a:pt x="710622" y="1421245"/>
                </a:moveTo>
                <a:lnTo>
                  <a:pt x="661968" y="1419605"/>
                </a:lnTo>
                <a:lnTo>
                  <a:pt x="614195" y="1414757"/>
                </a:lnTo>
                <a:lnTo>
                  <a:pt x="567407" y="1406807"/>
                </a:lnTo>
                <a:lnTo>
                  <a:pt x="521710" y="1395860"/>
                </a:lnTo>
                <a:lnTo>
                  <a:pt x="477211" y="1382023"/>
                </a:lnTo>
                <a:lnTo>
                  <a:pt x="434015" y="1365400"/>
                </a:lnTo>
                <a:lnTo>
                  <a:pt x="392229" y="1346099"/>
                </a:lnTo>
                <a:lnTo>
                  <a:pt x="351957" y="1324224"/>
                </a:lnTo>
                <a:lnTo>
                  <a:pt x="313306" y="1299882"/>
                </a:lnTo>
                <a:lnTo>
                  <a:pt x="276382" y="1273178"/>
                </a:lnTo>
                <a:lnTo>
                  <a:pt x="241290" y="1244218"/>
                </a:lnTo>
                <a:lnTo>
                  <a:pt x="208136" y="1213108"/>
                </a:lnTo>
                <a:lnTo>
                  <a:pt x="177026" y="1179954"/>
                </a:lnTo>
                <a:lnTo>
                  <a:pt x="148066" y="1144862"/>
                </a:lnTo>
                <a:lnTo>
                  <a:pt x="121363" y="1107938"/>
                </a:lnTo>
                <a:lnTo>
                  <a:pt x="97020" y="1069287"/>
                </a:lnTo>
                <a:lnTo>
                  <a:pt x="75145" y="1029015"/>
                </a:lnTo>
                <a:lnTo>
                  <a:pt x="55844" y="987229"/>
                </a:lnTo>
                <a:lnTo>
                  <a:pt x="39221" y="944033"/>
                </a:lnTo>
                <a:lnTo>
                  <a:pt x="25384" y="899534"/>
                </a:lnTo>
                <a:lnTo>
                  <a:pt x="14437" y="853837"/>
                </a:lnTo>
                <a:lnTo>
                  <a:pt x="6487" y="807049"/>
                </a:lnTo>
                <a:lnTo>
                  <a:pt x="1639" y="759276"/>
                </a:lnTo>
                <a:lnTo>
                  <a:pt x="0" y="710622"/>
                </a:lnTo>
                <a:lnTo>
                  <a:pt x="1639" y="661968"/>
                </a:lnTo>
                <a:lnTo>
                  <a:pt x="6487" y="614195"/>
                </a:lnTo>
                <a:lnTo>
                  <a:pt x="14437" y="567407"/>
                </a:lnTo>
                <a:lnTo>
                  <a:pt x="25384" y="521710"/>
                </a:lnTo>
                <a:lnTo>
                  <a:pt x="39221" y="477211"/>
                </a:lnTo>
                <a:lnTo>
                  <a:pt x="55844" y="434015"/>
                </a:lnTo>
                <a:lnTo>
                  <a:pt x="75145" y="392229"/>
                </a:lnTo>
                <a:lnTo>
                  <a:pt x="97020" y="351957"/>
                </a:lnTo>
                <a:lnTo>
                  <a:pt x="121363" y="313306"/>
                </a:lnTo>
                <a:lnTo>
                  <a:pt x="148066" y="276382"/>
                </a:lnTo>
                <a:lnTo>
                  <a:pt x="177026" y="241290"/>
                </a:lnTo>
                <a:lnTo>
                  <a:pt x="208136" y="208136"/>
                </a:lnTo>
                <a:lnTo>
                  <a:pt x="241290" y="177026"/>
                </a:lnTo>
                <a:lnTo>
                  <a:pt x="276382" y="148066"/>
                </a:lnTo>
                <a:lnTo>
                  <a:pt x="313306" y="121363"/>
                </a:lnTo>
                <a:lnTo>
                  <a:pt x="351957" y="97020"/>
                </a:lnTo>
                <a:lnTo>
                  <a:pt x="392229" y="75145"/>
                </a:lnTo>
                <a:lnTo>
                  <a:pt x="434015" y="55844"/>
                </a:lnTo>
                <a:lnTo>
                  <a:pt x="477211" y="39221"/>
                </a:lnTo>
                <a:lnTo>
                  <a:pt x="521710" y="25384"/>
                </a:lnTo>
                <a:lnTo>
                  <a:pt x="567407" y="14437"/>
                </a:lnTo>
                <a:lnTo>
                  <a:pt x="614195" y="6487"/>
                </a:lnTo>
                <a:lnTo>
                  <a:pt x="661968" y="1639"/>
                </a:lnTo>
                <a:lnTo>
                  <a:pt x="710622" y="0"/>
                </a:lnTo>
              </a:path>
              <a:path w="4609465" h="1421764">
                <a:moveTo>
                  <a:pt x="4608867" y="0"/>
                </a:moveTo>
                <a:lnTo>
                  <a:pt x="4608867" y="1421245"/>
                </a:lnTo>
              </a:path>
            </a:pathLst>
          </a:custGeom>
          <a:ln w="14808">
            <a:solidFill>
              <a:srgbClr val="F2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93122" y="3639712"/>
            <a:ext cx="466725" cy="533400"/>
          </a:xfrm>
          <a:custGeom>
            <a:avLst/>
            <a:gdLst/>
            <a:ahLst/>
            <a:cxnLst/>
            <a:rect l="l" t="t" r="r" b="b"/>
            <a:pathLst>
              <a:path w="466725" h="533400">
                <a:moveTo>
                  <a:pt x="416382" y="532968"/>
                </a:moveTo>
                <a:lnTo>
                  <a:pt x="49961" y="532968"/>
                </a:lnTo>
                <a:lnTo>
                  <a:pt x="30569" y="528956"/>
                </a:lnTo>
                <a:lnTo>
                  <a:pt x="14727" y="518240"/>
                </a:lnTo>
                <a:lnTo>
                  <a:pt x="4011" y="502398"/>
                </a:lnTo>
                <a:lnTo>
                  <a:pt x="0" y="483006"/>
                </a:lnTo>
                <a:lnTo>
                  <a:pt x="0" y="49961"/>
                </a:lnTo>
                <a:lnTo>
                  <a:pt x="4011" y="30569"/>
                </a:lnTo>
                <a:lnTo>
                  <a:pt x="14870" y="14630"/>
                </a:lnTo>
                <a:lnTo>
                  <a:pt x="30569" y="4011"/>
                </a:lnTo>
                <a:lnTo>
                  <a:pt x="49961" y="0"/>
                </a:lnTo>
                <a:lnTo>
                  <a:pt x="286029" y="0"/>
                </a:lnTo>
                <a:lnTo>
                  <a:pt x="321335" y="14630"/>
                </a:lnTo>
                <a:lnTo>
                  <a:pt x="451713" y="145008"/>
                </a:lnTo>
                <a:lnTo>
                  <a:pt x="457571" y="152158"/>
                </a:lnTo>
                <a:lnTo>
                  <a:pt x="232194" y="152158"/>
                </a:lnTo>
                <a:lnTo>
                  <a:pt x="202187" y="154155"/>
                </a:lnTo>
                <a:lnTo>
                  <a:pt x="177376" y="159078"/>
                </a:lnTo>
                <a:lnTo>
                  <a:pt x="158043" y="165322"/>
                </a:lnTo>
                <a:lnTo>
                  <a:pt x="144475" y="171284"/>
                </a:lnTo>
                <a:lnTo>
                  <a:pt x="139090" y="173418"/>
                </a:lnTo>
                <a:lnTo>
                  <a:pt x="135508" y="178587"/>
                </a:lnTo>
                <a:lnTo>
                  <a:pt x="135420" y="260908"/>
                </a:lnTo>
                <a:lnTo>
                  <a:pt x="140917" y="296738"/>
                </a:lnTo>
                <a:lnTo>
                  <a:pt x="156435" y="328650"/>
                </a:lnTo>
                <a:lnTo>
                  <a:pt x="157911" y="330238"/>
                </a:lnTo>
                <a:lnTo>
                  <a:pt x="118719" y="330238"/>
                </a:lnTo>
                <a:lnTo>
                  <a:pt x="74942" y="382943"/>
                </a:lnTo>
                <a:lnTo>
                  <a:pt x="74269" y="387273"/>
                </a:lnTo>
                <a:lnTo>
                  <a:pt x="77330" y="394843"/>
                </a:lnTo>
                <a:lnTo>
                  <a:pt x="80810" y="397471"/>
                </a:lnTo>
                <a:lnTo>
                  <a:pt x="120853" y="401929"/>
                </a:lnTo>
                <a:lnTo>
                  <a:pt x="132587" y="440474"/>
                </a:lnTo>
                <a:lnTo>
                  <a:pt x="135826" y="443407"/>
                </a:lnTo>
                <a:lnTo>
                  <a:pt x="143840" y="445008"/>
                </a:lnTo>
                <a:lnTo>
                  <a:pt x="466343" y="445008"/>
                </a:lnTo>
                <a:lnTo>
                  <a:pt x="466343" y="483006"/>
                </a:lnTo>
                <a:lnTo>
                  <a:pt x="462428" y="502398"/>
                </a:lnTo>
                <a:lnTo>
                  <a:pt x="451773" y="518240"/>
                </a:lnTo>
                <a:lnTo>
                  <a:pt x="435955" y="528956"/>
                </a:lnTo>
                <a:lnTo>
                  <a:pt x="436246" y="528956"/>
                </a:lnTo>
                <a:lnTo>
                  <a:pt x="416382" y="532968"/>
                </a:lnTo>
                <a:close/>
              </a:path>
              <a:path w="466725" h="533400">
                <a:moveTo>
                  <a:pt x="307028" y="379742"/>
                </a:moveTo>
                <a:lnTo>
                  <a:pt x="237235" y="379742"/>
                </a:lnTo>
                <a:lnTo>
                  <a:pt x="244297" y="376720"/>
                </a:lnTo>
                <a:lnTo>
                  <a:pt x="254380" y="372694"/>
                </a:lnTo>
                <a:lnTo>
                  <a:pt x="272433" y="363866"/>
                </a:lnTo>
                <a:lnTo>
                  <a:pt x="302751" y="338114"/>
                </a:lnTo>
                <a:lnTo>
                  <a:pt x="326769" y="292438"/>
                </a:lnTo>
                <a:lnTo>
                  <a:pt x="330987" y="260908"/>
                </a:lnTo>
                <a:lnTo>
                  <a:pt x="330987" y="178346"/>
                </a:lnTo>
                <a:lnTo>
                  <a:pt x="288018" y="158572"/>
                </a:lnTo>
                <a:lnTo>
                  <a:pt x="232194" y="152158"/>
                </a:lnTo>
                <a:lnTo>
                  <a:pt x="457571" y="152158"/>
                </a:lnTo>
                <a:lnTo>
                  <a:pt x="466343" y="180314"/>
                </a:lnTo>
                <a:lnTo>
                  <a:pt x="466343" y="330238"/>
                </a:lnTo>
                <a:lnTo>
                  <a:pt x="347719" y="330238"/>
                </a:lnTo>
                <a:lnTo>
                  <a:pt x="335020" y="350927"/>
                </a:lnTo>
                <a:lnTo>
                  <a:pt x="319334" y="369255"/>
                </a:lnTo>
                <a:lnTo>
                  <a:pt x="307028" y="379742"/>
                </a:lnTo>
                <a:close/>
              </a:path>
              <a:path w="466725" h="533400">
                <a:moveTo>
                  <a:pt x="263799" y="263690"/>
                </a:moveTo>
                <a:lnTo>
                  <a:pt x="216712" y="263690"/>
                </a:lnTo>
                <a:lnTo>
                  <a:pt x="260756" y="219671"/>
                </a:lnTo>
                <a:lnTo>
                  <a:pt x="266253" y="216139"/>
                </a:lnTo>
                <a:lnTo>
                  <a:pt x="272465" y="215003"/>
                </a:lnTo>
                <a:lnTo>
                  <a:pt x="278083" y="216139"/>
                </a:lnTo>
                <a:lnTo>
                  <a:pt x="278484" y="216139"/>
                </a:lnTo>
                <a:lnTo>
                  <a:pt x="284098" y="219887"/>
                </a:lnTo>
                <a:lnTo>
                  <a:pt x="287727" y="225328"/>
                </a:lnTo>
                <a:lnTo>
                  <a:pt x="288971" y="231521"/>
                </a:lnTo>
                <a:lnTo>
                  <a:pt x="287826" y="237732"/>
                </a:lnTo>
                <a:lnTo>
                  <a:pt x="284305" y="243204"/>
                </a:lnTo>
                <a:lnTo>
                  <a:pt x="263799" y="263690"/>
                </a:lnTo>
                <a:close/>
              </a:path>
              <a:path w="466725" h="533400">
                <a:moveTo>
                  <a:pt x="216693" y="303888"/>
                </a:moveTo>
                <a:lnTo>
                  <a:pt x="210433" y="302671"/>
                </a:lnTo>
                <a:lnTo>
                  <a:pt x="204927" y="299021"/>
                </a:lnTo>
                <a:lnTo>
                  <a:pt x="184632" y="278701"/>
                </a:lnTo>
                <a:lnTo>
                  <a:pt x="180174" y="274548"/>
                </a:lnTo>
                <a:lnTo>
                  <a:pt x="178333" y="268287"/>
                </a:lnTo>
                <a:lnTo>
                  <a:pt x="181355" y="256489"/>
                </a:lnTo>
                <a:lnTo>
                  <a:pt x="185953" y="251879"/>
                </a:lnTo>
                <a:lnTo>
                  <a:pt x="197764" y="248869"/>
                </a:lnTo>
                <a:lnTo>
                  <a:pt x="204012" y="250697"/>
                </a:lnTo>
                <a:lnTo>
                  <a:pt x="208165" y="255155"/>
                </a:lnTo>
                <a:lnTo>
                  <a:pt x="216712" y="263690"/>
                </a:lnTo>
                <a:lnTo>
                  <a:pt x="263799" y="263690"/>
                </a:lnTo>
                <a:lnTo>
                  <a:pt x="228460" y="299021"/>
                </a:lnTo>
                <a:lnTo>
                  <a:pt x="222954" y="302671"/>
                </a:lnTo>
                <a:lnTo>
                  <a:pt x="216693" y="303888"/>
                </a:lnTo>
                <a:close/>
              </a:path>
              <a:path w="466725" h="533400">
                <a:moveTo>
                  <a:pt x="280366" y="397471"/>
                </a:moveTo>
                <a:lnTo>
                  <a:pt x="186031" y="397471"/>
                </a:lnTo>
                <a:lnTo>
                  <a:pt x="165443" y="384902"/>
                </a:lnTo>
                <a:lnTo>
                  <a:pt x="147085" y="369255"/>
                </a:lnTo>
                <a:lnTo>
                  <a:pt x="131403" y="350927"/>
                </a:lnTo>
                <a:lnTo>
                  <a:pt x="118719" y="330238"/>
                </a:lnTo>
                <a:lnTo>
                  <a:pt x="157911" y="330238"/>
                </a:lnTo>
                <a:lnTo>
                  <a:pt x="180597" y="354638"/>
                </a:lnTo>
                <a:lnTo>
                  <a:pt x="212026" y="372694"/>
                </a:lnTo>
                <a:lnTo>
                  <a:pt x="222110" y="376720"/>
                </a:lnTo>
                <a:lnTo>
                  <a:pt x="229171" y="379742"/>
                </a:lnTo>
                <a:lnTo>
                  <a:pt x="307028" y="379742"/>
                </a:lnTo>
                <a:lnTo>
                  <a:pt x="300968" y="384902"/>
                </a:lnTo>
                <a:lnTo>
                  <a:pt x="280366" y="397471"/>
                </a:lnTo>
                <a:close/>
              </a:path>
              <a:path w="466725" h="533400">
                <a:moveTo>
                  <a:pt x="466343" y="445008"/>
                </a:moveTo>
                <a:lnTo>
                  <a:pt x="322655" y="445008"/>
                </a:lnTo>
                <a:lnTo>
                  <a:pt x="330544" y="443407"/>
                </a:lnTo>
                <a:lnTo>
                  <a:pt x="333772" y="440474"/>
                </a:lnTo>
                <a:lnTo>
                  <a:pt x="345630" y="401929"/>
                </a:lnTo>
                <a:lnTo>
                  <a:pt x="385903" y="397471"/>
                </a:lnTo>
                <a:lnTo>
                  <a:pt x="385609" y="397471"/>
                </a:lnTo>
                <a:lnTo>
                  <a:pt x="389056" y="394843"/>
                </a:lnTo>
                <a:lnTo>
                  <a:pt x="392112" y="387273"/>
                </a:lnTo>
                <a:lnTo>
                  <a:pt x="391439" y="382943"/>
                </a:lnTo>
                <a:lnTo>
                  <a:pt x="347645" y="330238"/>
                </a:lnTo>
                <a:lnTo>
                  <a:pt x="466343" y="330238"/>
                </a:lnTo>
                <a:lnTo>
                  <a:pt x="466343" y="445008"/>
                </a:lnTo>
                <a:close/>
              </a:path>
              <a:path w="466725" h="533400">
                <a:moveTo>
                  <a:pt x="318277" y="443407"/>
                </a:moveTo>
                <a:lnTo>
                  <a:pt x="148071" y="443407"/>
                </a:lnTo>
                <a:lnTo>
                  <a:pt x="186219" y="397471"/>
                </a:lnTo>
                <a:lnTo>
                  <a:pt x="280115" y="397471"/>
                </a:lnTo>
                <a:lnTo>
                  <a:pt x="318277" y="443407"/>
                </a:lnTo>
                <a:close/>
              </a:path>
              <a:path w="466725" h="533400">
                <a:moveTo>
                  <a:pt x="322457" y="445008"/>
                </a:moveTo>
                <a:lnTo>
                  <a:pt x="143840" y="445008"/>
                </a:lnTo>
                <a:lnTo>
                  <a:pt x="148348" y="443407"/>
                </a:lnTo>
                <a:lnTo>
                  <a:pt x="317949" y="443407"/>
                </a:lnTo>
                <a:lnTo>
                  <a:pt x="322457" y="445008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225176" y="1862290"/>
            <a:ext cx="534035" cy="534035"/>
          </a:xfrm>
          <a:custGeom>
            <a:avLst/>
            <a:gdLst/>
            <a:ahLst/>
            <a:cxnLst/>
            <a:rect l="l" t="t" r="r" b="b"/>
            <a:pathLst>
              <a:path w="534035" h="534035">
                <a:moveTo>
                  <a:pt x="391998" y="333260"/>
                </a:moveTo>
                <a:lnTo>
                  <a:pt x="384742" y="333260"/>
                </a:lnTo>
                <a:lnTo>
                  <a:pt x="380453" y="331711"/>
                </a:lnTo>
                <a:lnTo>
                  <a:pt x="377520" y="327532"/>
                </a:lnTo>
                <a:lnTo>
                  <a:pt x="377520" y="200723"/>
                </a:lnTo>
                <a:lnTo>
                  <a:pt x="322603" y="200723"/>
                </a:lnTo>
                <a:lnTo>
                  <a:pt x="315747" y="196341"/>
                </a:lnTo>
                <a:lnTo>
                  <a:pt x="309435" y="182562"/>
                </a:lnTo>
                <a:lnTo>
                  <a:pt x="310591" y="174472"/>
                </a:lnTo>
                <a:lnTo>
                  <a:pt x="315556" y="168744"/>
                </a:lnTo>
                <a:lnTo>
                  <a:pt x="449529" y="1422"/>
                </a:lnTo>
                <a:lnTo>
                  <a:pt x="454456" y="0"/>
                </a:lnTo>
                <a:lnTo>
                  <a:pt x="463334" y="3086"/>
                </a:lnTo>
                <a:lnTo>
                  <a:pt x="466318" y="7264"/>
                </a:lnTo>
                <a:lnTo>
                  <a:pt x="466343" y="134086"/>
                </a:lnTo>
                <a:lnTo>
                  <a:pt x="521042" y="134086"/>
                </a:lnTo>
                <a:lnTo>
                  <a:pt x="527989" y="138518"/>
                </a:lnTo>
                <a:lnTo>
                  <a:pt x="531190" y="145427"/>
                </a:lnTo>
                <a:lnTo>
                  <a:pt x="534009" y="152107"/>
                </a:lnTo>
                <a:lnTo>
                  <a:pt x="532904" y="159804"/>
                </a:lnTo>
                <a:lnTo>
                  <a:pt x="528307" y="165417"/>
                </a:lnTo>
                <a:lnTo>
                  <a:pt x="395173" y="331711"/>
                </a:lnTo>
                <a:lnTo>
                  <a:pt x="391998" y="333260"/>
                </a:lnTo>
                <a:close/>
              </a:path>
              <a:path w="534035" h="534035">
                <a:moveTo>
                  <a:pt x="242493" y="533831"/>
                </a:moveTo>
                <a:lnTo>
                  <a:pt x="39306" y="533831"/>
                </a:lnTo>
                <a:lnTo>
                  <a:pt x="24008" y="530742"/>
                </a:lnTo>
                <a:lnTo>
                  <a:pt x="11514" y="522317"/>
                </a:lnTo>
                <a:lnTo>
                  <a:pt x="3089" y="509823"/>
                </a:lnTo>
                <a:lnTo>
                  <a:pt x="0" y="494525"/>
                </a:lnTo>
                <a:lnTo>
                  <a:pt x="0" y="438124"/>
                </a:lnTo>
                <a:lnTo>
                  <a:pt x="6518" y="395833"/>
                </a:lnTo>
                <a:lnTo>
                  <a:pt x="24669" y="358572"/>
                </a:lnTo>
                <a:lnTo>
                  <a:pt x="52551" y="328399"/>
                </a:lnTo>
                <a:lnTo>
                  <a:pt x="88264" y="307371"/>
                </a:lnTo>
                <a:lnTo>
                  <a:pt x="129908" y="297548"/>
                </a:lnTo>
                <a:lnTo>
                  <a:pt x="129908" y="272237"/>
                </a:lnTo>
                <a:lnTo>
                  <a:pt x="119137" y="266291"/>
                </a:lnTo>
                <a:lnTo>
                  <a:pt x="111312" y="257254"/>
                </a:lnTo>
                <a:lnTo>
                  <a:pt x="107016" y="246098"/>
                </a:lnTo>
                <a:lnTo>
                  <a:pt x="106832" y="233794"/>
                </a:lnTo>
                <a:lnTo>
                  <a:pt x="110950" y="222198"/>
                </a:lnTo>
                <a:lnTo>
                  <a:pt x="118595" y="213007"/>
                </a:lnTo>
                <a:lnTo>
                  <a:pt x="128903" y="206955"/>
                </a:lnTo>
                <a:lnTo>
                  <a:pt x="141008" y="204774"/>
                </a:lnTo>
                <a:lnTo>
                  <a:pt x="153120" y="206955"/>
                </a:lnTo>
                <a:lnTo>
                  <a:pt x="163431" y="213007"/>
                </a:lnTo>
                <a:lnTo>
                  <a:pt x="171077" y="222198"/>
                </a:lnTo>
                <a:lnTo>
                  <a:pt x="175196" y="233794"/>
                </a:lnTo>
                <a:lnTo>
                  <a:pt x="175012" y="246098"/>
                </a:lnTo>
                <a:lnTo>
                  <a:pt x="170716" y="257254"/>
                </a:lnTo>
                <a:lnTo>
                  <a:pt x="162891" y="266291"/>
                </a:lnTo>
                <a:lnTo>
                  <a:pt x="152120" y="272237"/>
                </a:lnTo>
                <a:lnTo>
                  <a:pt x="152120" y="297548"/>
                </a:lnTo>
                <a:lnTo>
                  <a:pt x="193492" y="307371"/>
                </a:lnTo>
                <a:lnTo>
                  <a:pt x="193621" y="307371"/>
                </a:lnTo>
                <a:lnTo>
                  <a:pt x="229245" y="328399"/>
                </a:lnTo>
                <a:lnTo>
                  <a:pt x="257136" y="358572"/>
                </a:lnTo>
                <a:lnTo>
                  <a:pt x="257887" y="360057"/>
                </a:lnTo>
                <a:lnTo>
                  <a:pt x="78892" y="360057"/>
                </a:lnTo>
                <a:lnTo>
                  <a:pt x="72301" y="362699"/>
                </a:lnTo>
                <a:lnTo>
                  <a:pt x="62598" y="372313"/>
                </a:lnTo>
                <a:lnTo>
                  <a:pt x="59893" y="378879"/>
                </a:lnTo>
                <a:lnTo>
                  <a:pt x="59956" y="385711"/>
                </a:lnTo>
                <a:lnTo>
                  <a:pt x="84919" y="411134"/>
                </a:lnTo>
                <a:lnTo>
                  <a:pt x="277652" y="411134"/>
                </a:lnTo>
                <a:lnTo>
                  <a:pt x="281800" y="438124"/>
                </a:lnTo>
                <a:lnTo>
                  <a:pt x="281800" y="454774"/>
                </a:lnTo>
                <a:lnTo>
                  <a:pt x="33312" y="454774"/>
                </a:lnTo>
                <a:lnTo>
                  <a:pt x="33312" y="497839"/>
                </a:lnTo>
                <a:lnTo>
                  <a:pt x="35991" y="500519"/>
                </a:lnTo>
                <a:lnTo>
                  <a:pt x="280590" y="500519"/>
                </a:lnTo>
                <a:lnTo>
                  <a:pt x="278712" y="509823"/>
                </a:lnTo>
                <a:lnTo>
                  <a:pt x="270290" y="522317"/>
                </a:lnTo>
                <a:lnTo>
                  <a:pt x="257797" y="530742"/>
                </a:lnTo>
                <a:lnTo>
                  <a:pt x="242493" y="533831"/>
                </a:lnTo>
                <a:close/>
              </a:path>
              <a:path w="534035" h="534035">
                <a:moveTo>
                  <a:pt x="194401" y="411134"/>
                </a:moveTo>
                <a:lnTo>
                  <a:pt x="86073" y="411134"/>
                </a:lnTo>
                <a:lnTo>
                  <a:pt x="95439" y="409243"/>
                </a:lnTo>
                <a:lnTo>
                  <a:pt x="101098" y="405426"/>
                </a:lnTo>
                <a:lnTo>
                  <a:pt x="103615" y="403682"/>
                </a:lnTo>
                <a:lnTo>
                  <a:pt x="108905" y="395833"/>
                </a:lnTo>
                <a:lnTo>
                  <a:pt x="109029" y="395649"/>
                </a:lnTo>
                <a:lnTo>
                  <a:pt x="111036" y="385711"/>
                </a:lnTo>
                <a:lnTo>
                  <a:pt x="109029" y="375768"/>
                </a:lnTo>
                <a:lnTo>
                  <a:pt x="103672" y="367822"/>
                </a:lnTo>
                <a:lnTo>
                  <a:pt x="103557" y="367650"/>
                </a:lnTo>
                <a:lnTo>
                  <a:pt x="95439" y="362178"/>
                </a:lnTo>
                <a:lnTo>
                  <a:pt x="84929" y="360057"/>
                </a:lnTo>
                <a:lnTo>
                  <a:pt x="196609" y="360057"/>
                </a:lnTo>
                <a:lnTo>
                  <a:pt x="171221" y="385711"/>
                </a:lnTo>
                <a:lnTo>
                  <a:pt x="172345" y="393213"/>
                </a:lnTo>
                <a:lnTo>
                  <a:pt x="175536" y="399921"/>
                </a:lnTo>
                <a:lnTo>
                  <a:pt x="180522" y="405426"/>
                </a:lnTo>
                <a:lnTo>
                  <a:pt x="186902" y="409243"/>
                </a:lnTo>
                <a:lnTo>
                  <a:pt x="186716" y="409243"/>
                </a:lnTo>
                <a:lnTo>
                  <a:pt x="194401" y="411134"/>
                </a:lnTo>
                <a:close/>
              </a:path>
              <a:path w="534035" h="534035">
                <a:moveTo>
                  <a:pt x="277652" y="411134"/>
                </a:moveTo>
                <a:lnTo>
                  <a:pt x="194401" y="411134"/>
                </a:lnTo>
                <a:lnTo>
                  <a:pt x="201822" y="410735"/>
                </a:lnTo>
                <a:lnTo>
                  <a:pt x="208814" y="408219"/>
                </a:lnTo>
                <a:lnTo>
                  <a:pt x="222161" y="383131"/>
                </a:lnTo>
                <a:lnTo>
                  <a:pt x="220274" y="375768"/>
                </a:lnTo>
                <a:lnTo>
                  <a:pt x="216327" y="369305"/>
                </a:lnTo>
                <a:lnTo>
                  <a:pt x="210778" y="364366"/>
                </a:lnTo>
                <a:lnTo>
                  <a:pt x="204043" y="361232"/>
                </a:lnTo>
                <a:lnTo>
                  <a:pt x="195722" y="360057"/>
                </a:lnTo>
                <a:lnTo>
                  <a:pt x="257887" y="360057"/>
                </a:lnTo>
                <a:lnTo>
                  <a:pt x="275197" y="395649"/>
                </a:lnTo>
                <a:lnTo>
                  <a:pt x="275287" y="395833"/>
                </a:lnTo>
                <a:lnTo>
                  <a:pt x="277590" y="410735"/>
                </a:lnTo>
                <a:lnTo>
                  <a:pt x="277652" y="411134"/>
                </a:lnTo>
                <a:close/>
              </a:path>
              <a:path w="534035" h="534035">
                <a:moveTo>
                  <a:pt x="280590" y="500519"/>
                </a:moveTo>
                <a:lnTo>
                  <a:pt x="245592" y="500519"/>
                </a:lnTo>
                <a:lnTo>
                  <a:pt x="248272" y="497839"/>
                </a:lnTo>
                <a:lnTo>
                  <a:pt x="248272" y="494525"/>
                </a:lnTo>
                <a:lnTo>
                  <a:pt x="248500" y="494525"/>
                </a:lnTo>
                <a:lnTo>
                  <a:pt x="248500" y="454774"/>
                </a:lnTo>
                <a:lnTo>
                  <a:pt x="281800" y="454774"/>
                </a:lnTo>
                <a:lnTo>
                  <a:pt x="281800" y="494525"/>
                </a:lnTo>
                <a:lnTo>
                  <a:pt x="280590" y="500519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923247" y="5416267"/>
            <a:ext cx="534035" cy="533400"/>
          </a:xfrm>
          <a:custGeom>
            <a:avLst/>
            <a:gdLst/>
            <a:ahLst/>
            <a:cxnLst/>
            <a:rect l="l" t="t" r="r" b="b"/>
            <a:pathLst>
              <a:path w="534035" h="533400">
                <a:moveTo>
                  <a:pt x="139280" y="263055"/>
                </a:moveTo>
                <a:lnTo>
                  <a:pt x="135254" y="261327"/>
                </a:lnTo>
                <a:lnTo>
                  <a:pt x="133934" y="259346"/>
                </a:lnTo>
                <a:lnTo>
                  <a:pt x="133903" y="44373"/>
                </a:lnTo>
                <a:lnTo>
                  <a:pt x="137387" y="27126"/>
                </a:lnTo>
                <a:lnTo>
                  <a:pt x="146907" y="13009"/>
                </a:lnTo>
                <a:lnTo>
                  <a:pt x="161162" y="3400"/>
                </a:lnTo>
                <a:lnTo>
                  <a:pt x="161475" y="3400"/>
                </a:lnTo>
                <a:lnTo>
                  <a:pt x="178320" y="0"/>
                </a:lnTo>
                <a:lnTo>
                  <a:pt x="435470" y="0"/>
                </a:lnTo>
                <a:lnTo>
                  <a:pt x="444217" y="862"/>
                </a:lnTo>
                <a:lnTo>
                  <a:pt x="452547" y="3400"/>
                </a:lnTo>
                <a:lnTo>
                  <a:pt x="460221" y="7515"/>
                </a:lnTo>
                <a:lnTo>
                  <a:pt x="466886" y="13009"/>
                </a:lnTo>
                <a:lnTo>
                  <a:pt x="498271" y="44373"/>
                </a:lnTo>
                <a:lnTo>
                  <a:pt x="183324" y="44373"/>
                </a:lnTo>
                <a:lnTo>
                  <a:pt x="178320" y="49390"/>
                </a:lnTo>
                <a:lnTo>
                  <a:pt x="178320" y="222072"/>
                </a:lnTo>
                <a:lnTo>
                  <a:pt x="178663" y="225539"/>
                </a:lnTo>
                <a:lnTo>
                  <a:pt x="177241" y="228968"/>
                </a:lnTo>
                <a:lnTo>
                  <a:pt x="174536" y="231178"/>
                </a:lnTo>
                <a:lnTo>
                  <a:pt x="143230" y="261150"/>
                </a:lnTo>
                <a:lnTo>
                  <a:pt x="141617" y="262648"/>
                </a:lnTo>
                <a:lnTo>
                  <a:pt x="139280" y="263055"/>
                </a:lnTo>
                <a:close/>
              </a:path>
              <a:path w="534035" h="533400">
                <a:moveTo>
                  <a:pt x="489216" y="455244"/>
                </a:moveTo>
                <a:lnTo>
                  <a:pt x="221170" y="455244"/>
                </a:lnTo>
                <a:lnTo>
                  <a:pt x="218986" y="455104"/>
                </a:lnTo>
                <a:lnTo>
                  <a:pt x="217055" y="453732"/>
                </a:lnTo>
                <a:lnTo>
                  <a:pt x="215366" y="449681"/>
                </a:lnTo>
                <a:lnTo>
                  <a:pt x="215646" y="447916"/>
                </a:lnTo>
                <a:lnTo>
                  <a:pt x="215734" y="447357"/>
                </a:lnTo>
                <a:lnTo>
                  <a:pt x="217270" y="445604"/>
                </a:lnTo>
                <a:lnTo>
                  <a:pt x="248272" y="414159"/>
                </a:lnTo>
                <a:lnTo>
                  <a:pt x="250308" y="411988"/>
                </a:lnTo>
                <a:lnTo>
                  <a:pt x="253098" y="410794"/>
                </a:lnTo>
                <a:lnTo>
                  <a:pt x="484276" y="410794"/>
                </a:lnTo>
                <a:lnTo>
                  <a:pt x="489216" y="405853"/>
                </a:lnTo>
                <a:lnTo>
                  <a:pt x="489254" y="99656"/>
                </a:lnTo>
                <a:lnTo>
                  <a:pt x="488035" y="96824"/>
                </a:lnTo>
                <a:lnTo>
                  <a:pt x="485876" y="94818"/>
                </a:lnTo>
                <a:lnTo>
                  <a:pt x="438797" y="47739"/>
                </a:lnTo>
                <a:lnTo>
                  <a:pt x="436803" y="45593"/>
                </a:lnTo>
                <a:lnTo>
                  <a:pt x="433971" y="44373"/>
                </a:lnTo>
                <a:lnTo>
                  <a:pt x="498271" y="44373"/>
                </a:lnTo>
                <a:lnTo>
                  <a:pt x="526083" y="73360"/>
                </a:lnTo>
                <a:lnTo>
                  <a:pt x="533628" y="410794"/>
                </a:lnTo>
                <a:lnTo>
                  <a:pt x="530137" y="428117"/>
                </a:lnTo>
                <a:lnTo>
                  <a:pt x="520619" y="442234"/>
                </a:lnTo>
                <a:lnTo>
                  <a:pt x="506501" y="451753"/>
                </a:lnTo>
                <a:lnTo>
                  <a:pt x="489216" y="455244"/>
                </a:lnTo>
                <a:close/>
              </a:path>
              <a:path w="534035" h="533400">
                <a:moveTo>
                  <a:pt x="121640" y="493585"/>
                </a:moveTo>
                <a:lnTo>
                  <a:pt x="118630" y="493585"/>
                </a:lnTo>
                <a:lnTo>
                  <a:pt x="117182" y="492975"/>
                </a:lnTo>
                <a:lnTo>
                  <a:pt x="116141" y="491883"/>
                </a:lnTo>
                <a:lnTo>
                  <a:pt x="41744" y="417487"/>
                </a:lnTo>
                <a:lnTo>
                  <a:pt x="40652" y="416445"/>
                </a:lnTo>
                <a:lnTo>
                  <a:pt x="40043" y="414997"/>
                </a:lnTo>
                <a:lnTo>
                  <a:pt x="40043" y="411988"/>
                </a:lnTo>
                <a:lnTo>
                  <a:pt x="40545" y="410794"/>
                </a:lnTo>
                <a:lnTo>
                  <a:pt x="40652" y="410540"/>
                </a:lnTo>
                <a:lnTo>
                  <a:pt x="41744" y="409498"/>
                </a:lnTo>
                <a:lnTo>
                  <a:pt x="187197" y="263372"/>
                </a:lnTo>
                <a:lnTo>
                  <a:pt x="205249" y="250573"/>
                </a:lnTo>
                <a:lnTo>
                  <a:pt x="226033" y="245202"/>
                </a:lnTo>
                <a:lnTo>
                  <a:pt x="247385" y="247417"/>
                </a:lnTo>
                <a:lnTo>
                  <a:pt x="282409" y="276047"/>
                </a:lnTo>
                <a:lnTo>
                  <a:pt x="288836" y="299288"/>
                </a:lnTo>
                <a:lnTo>
                  <a:pt x="288316" y="311461"/>
                </a:lnTo>
                <a:lnTo>
                  <a:pt x="285324" y="323141"/>
                </a:lnTo>
                <a:lnTo>
                  <a:pt x="279999" y="333960"/>
                </a:lnTo>
                <a:lnTo>
                  <a:pt x="272478" y="343547"/>
                </a:lnTo>
                <a:lnTo>
                  <a:pt x="124129" y="491883"/>
                </a:lnTo>
                <a:lnTo>
                  <a:pt x="123088" y="492975"/>
                </a:lnTo>
                <a:lnTo>
                  <a:pt x="121640" y="493585"/>
                </a:lnTo>
                <a:close/>
              </a:path>
              <a:path w="534035" h="533400">
                <a:moveTo>
                  <a:pt x="13982" y="532968"/>
                </a:moveTo>
                <a:lnTo>
                  <a:pt x="8495" y="532968"/>
                </a:lnTo>
                <a:lnTo>
                  <a:pt x="5829" y="531850"/>
                </a:lnTo>
                <a:lnTo>
                  <a:pt x="3771" y="529640"/>
                </a:lnTo>
                <a:lnTo>
                  <a:pt x="1168" y="527011"/>
                </a:lnTo>
                <a:lnTo>
                  <a:pt x="0" y="523278"/>
                </a:lnTo>
                <a:lnTo>
                  <a:pt x="660" y="519645"/>
                </a:lnTo>
                <a:lnTo>
                  <a:pt x="15265" y="447916"/>
                </a:lnTo>
                <a:lnTo>
                  <a:pt x="16725" y="446290"/>
                </a:lnTo>
                <a:lnTo>
                  <a:pt x="20624" y="445084"/>
                </a:lnTo>
                <a:lnTo>
                  <a:pt x="22745" y="445604"/>
                </a:lnTo>
                <a:lnTo>
                  <a:pt x="24193" y="447027"/>
                </a:lnTo>
                <a:lnTo>
                  <a:pt x="86601" y="509651"/>
                </a:lnTo>
                <a:lnTo>
                  <a:pt x="88023" y="511111"/>
                </a:lnTo>
                <a:lnTo>
                  <a:pt x="88544" y="513232"/>
                </a:lnTo>
                <a:lnTo>
                  <a:pt x="87337" y="517118"/>
                </a:lnTo>
                <a:lnTo>
                  <a:pt x="85712" y="518579"/>
                </a:lnTo>
                <a:lnTo>
                  <a:pt x="13982" y="532968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0144" y="4757928"/>
            <a:ext cx="3599688" cy="685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3632" y="3800855"/>
            <a:ext cx="4154423" cy="72542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9288" y="2880360"/>
            <a:ext cx="3575304" cy="7345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3200" y="1969007"/>
            <a:ext cx="1938527" cy="7345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0808" y="1969007"/>
            <a:ext cx="3511295" cy="73456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02040" y="2005583"/>
            <a:ext cx="563879" cy="69799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82111" y="1048511"/>
            <a:ext cx="3307079" cy="74371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48271" y="1048511"/>
            <a:ext cx="2063496" cy="7437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2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1776" y="414250"/>
            <a:ext cx="6108446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E4E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8239" y="5640323"/>
            <a:ext cx="50438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solidFill>
                  <a:srgbClr val="1F1F1F"/>
                </a:solidFill>
                <a:latin typeface="Arial MT"/>
                <a:cs typeface="Arial MT"/>
              </a:rPr>
              <a:t>Catching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262626"/>
                </a:solidFill>
                <a:latin typeface="Arial MT"/>
                <a:cs typeface="Arial MT"/>
              </a:rPr>
              <a:t>protocol</a:t>
            </a:r>
            <a:r>
              <a:rPr sz="2000" spc="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242424"/>
                </a:solidFill>
                <a:latin typeface="Arial MT"/>
                <a:cs typeface="Arial MT"/>
              </a:rPr>
              <a:t>deviations</a:t>
            </a:r>
            <a:r>
              <a:rPr sz="2000" spc="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262626"/>
                </a:solidFill>
                <a:latin typeface="Arial MT"/>
                <a:cs typeface="Arial MT"/>
              </a:rPr>
              <a:t>before</a:t>
            </a:r>
            <a:r>
              <a:rPr sz="2000" spc="-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163F38"/>
                </a:solidFill>
                <a:latin typeface="Arial MT"/>
                <a:cs typeface="Arial MT"/>
              </a:rPr>
              <a:t>the</a:t>
            </a:r>
            <a:r>
              <a:rPr sz="2000" spc="-160" dirty="0">
                <a:solidFill>
                  <a:srgbClr val="163F38"/>
                </a:solidFill>
                <a:latin typeface="Arial MT"/>
                <a:cs typeface="Arial MT"/>
              </a:rPr>
              <a:t> </a:t>
            </a:r>
            <a:r>
              <a:rPr sz="2000" spc="-260" dirty="0">
                <a:solidFill>
                  <a:srgbClr val="163F34"/>
                </a:solidFill>
                <a:latin typeface="Arial MT"/>
                <a:cs typeface="Arial MT"/>
              </a:rPr>
              <a:t>FDA</a:t>
            </a:r>
            <a:r>
              <a:rPr sz="2000" dirty="0">
                <a:solidFill>
                  <a:srgbClr val="163F34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11362F"/>
                </a:solidFill>
                <a:latin typeface="Arial MT"/>
                <a:cs typeface="Arial MT"/>
              </a:rPr>
              <a:t>does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8950" y="2917850"/>
            <a:ext cx="3594100" cy="1860550"/>
            <a:chOff x="488950" y="2917850"/>
            <a:chExt cx="3594100" cy="1860550"/>
          </a:xfrm>
        </p:grpSpPr>
        <p:sp>
          <p:nvSpPr>
            <p:cNvPr id="3" name="object 3"/>
            <p:cNvSpPr/>
            <p:nvPr/>
          </p:nvSpPr>
          <p:spPr>
            <a:xfrm>
              <a:off x="49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3429000" y="1847799"/>
                  </a:moveTo>
                  <a:lnTo>
                    <a:pt x="152400" y="1847799"/>
                  </a:lnTo>
                  <a:lnTo>
                    <a:pt x="104231" y="1840029"/>
                  </a:lnTo>
                  <a:lnTo>
                    <a:pt x="62396" y="1818393"/>
                  </a:lnTo>
                  <a:lnTo>
                    <a:pt x="29405" y="1785402"/>
                  </a:lnTo>
                  <a:lnTo>
                    <a:pt x="7769" y="1743567"/>
                  </a:lnTo>
                  <a:lnTo>
                    <a:pt x="0" y="1695399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1695399"/>
                  </a:lnTo>
                  <a:lnTo>
                    <a:pt x="3573630" y="1743567"/>
                  </a:lnTo>
                  <a:lnTo>
                    <a:pt x="3551994" y="1785402"/>
                  </a:lnTo>
                  <a:lnTo>
                    <a:pt x="3519003" y="1818393"/>
                  </a:lnTo>
                  <a:lnTo>
                    <a:pt x="3477168" y="1840029"/>
                  </a:lnTo>
                  <a:lnTo>
                    <a:pt x="3429000" y="1847799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1847850">
                  <a:moveTo>
                    <a:pt x="3429000" y="0"/>
                  </a:moveTo>
                  <a:lnTo>
                    <a:pt x="152400" y="0"/>
                  </a:lnTo>
                </a:path>
                <a:path w="3581400" h="184785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1847850">
                  <a:moveTo>
                    <a:pt x="3581400" y="1695398"/>
                  </a:moveTo>
                  <a:lnTo>
                    <a:pt x="3581400" y="152400"/>
                  </a:lnTo>
                </a:path>
                <a:path w="3581400" h="1847850">
                  <a:moveTo>
                    <a:pt x="3429000" y="1847798"/>
                  </a:moveTo>
                  <a:lnTo>
                    <a:pt x="3477170" y="1840029"/>
                  </a:lnTo>
                  <a:lnTo>
                    <a:pt x="3519005" y="1818394"/>
                  </a:lnTo>
                  <a:lnTo>
                    <a:pt x="3551995" y="1785404"/>
                  </a:lnTo>
                  <a:lnTo>
                    <a:pt x="3573630" y="1743568"/>
                  </a:lnTo>
                  <a:lnTo>
                    <a:pt x="3581400" y="1695398"/>
                  </a:lnTo>
                </a:path>
                <a:path w="3581400" h="1847850">
                  <a:moveTo>
                    <a:pt x="3429000" y="1847798"/>
                  </a:moveTo>
                  <a:lnTo>
                    <a:pt x="152400" y="1847798"/>
                  </a:lnTo>
                </a:path>
                <a:path w="3581400" h="1847850">
                  <a:moveTo>
                    <a:pt x="152400" y="1847798"/>
                  </a:moveTo>
                  <a:lnTo>
                    <a:pt x="104229" y="1840029"/>
                  </a:lnTo>
                  <a:lnTo>
                    <a:pt x="62394" y="1818394"/>
                  </a:lnTo>
                  <a:lnTo>
                    <a:pt x="29404" y="1785404"/>
                  </a:lnTo>
                  <a:lnTo>
                    <a:pt x="7769" y="1743568"/>
                  </a:lnTo>
                  <a:lnTo>
                    <a:pt x="0" y="1695398"/>
                  </a:lnTo>
                </a:path>
                <a:path w="3581400" h="1847850">
                  <a:moveTo>
                    <a:pt x="0" y="1695398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298950" y="2917850"/>
            <a:ext cx="3594100" cy="1860550"/>
            <a:chOff x="4298950" y="2917850"/>
            <a:chExt cx="3594100" cy="1860550"/>
          </a:xfrm>
        </p:grpSpPr>
        <p:sp>
          <p:nvSpPr>
            <p:cNvPr id="6" name="object 6"/>
            <p:cNvSpPr/>
            <p:nvPr/>
          </p:nvSpPr>
          <p:spPr>
            <a:xfrm>
              <a:off x="430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3429000" y="1847799"/>
                  </a:moveTo>
                  <a:lnTo>
                    <a:pt x="152400" y="1847799"/>
                  </a:lnTo>
                  <a:lnTo>
                    <a:pt x="104231" y="1840029"/>
                  </a:lnTo>
                  <a:lnTo>
                    <a:pt x="62396" y="1818393"/>
                  </a:lnTo>
                  <a:lnTo>
                    <a:pt x="29405" y="1785402"/>
                  </a:lnTo>
                  <a:lnTo>
                    <a:pt x="7769" y="1743567"/>
                  </a:lnTo>
                  <a:lnTo>
                    <a:pt x="0" y="1695399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1695399"/>
                  </a:lnTo>
                  <a:lnTo>
                    <a:pt x="3573630" y="1743567"/>
                  </a:lnTo>
                  <a:lnTo>
                    <a:pt x="3551994" y="1785402"/>
                  </a:lnTo>
                  <a:lnTo>
                    <a:pt x="3519003" y="1818393"/>
                  </a:lnTo>
                  <a:lnTo>
                    <a:pt x="3477168" y="1840029"/>
                  </a:lnTo>
                  <a:lnTo>
                    <a:pt x="3429000" y="1847799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0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1847850">
                  <a:moveTo>
                    <a:pt x="3429000" y="0"/>
                  </a:moveTo>
                  <a:lnTo>
                    <a:pt x="152400" y="0"/>
                  </a:lnTo>
                </a:path>
                <a:path w="3581400" h="184785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1847850">
                  <a:moveTo>
                    <a:pt x="3581400" y="1695398"/>
                  </a:moveTo>
                  <a:lnTo>
                    <a:pt x="3581400" y="152400"/>
                  </a:lnTo>
                </a:path>
                <a:path w="3581400" h="1847850">
                  <a:moveTo>
                    <a:pt x="3429000" y="1847798"/>
                  </a:moveTo>
                  <a:lnTo>
                    <a:pt x="3477170" y="1840029"/>
                  </a:lnTo>
                  <a:lnTo>
                    <a:pt x="3519005" y="1818394"/>
                  </a:lnTo>
                  <a:lnTo>
                    <a:pt x="3551995" y="1785404"/>
                  </a:lnTo>
                  <a:lnTo>
                    <a:pt x="3573630" y="1743568"/>
                  </a:lnTo>
                  <a:lnTo>
                    <a:pt x="3581400" y="1695398"/>
                  </a:lnTo>
                </a:path>
                <a:path w="3581400" h="1847850">
                  <a:moveTo>
                    <a:pt x="3429000" y="1847798"/>
                  </a:moveTo>
                  <a:lnTo>
                    <a:pt x="152400" y="1847798"/>
                  </a:lnTo>
                </a:path>
                <a:path w="3581400" h="1847850">
                  <a:moveTo>
                    <a:pt x="152400" y="1847798"/>
                  </a:moveTo>
                  <a:lnTo>
                    <a:pt x="104229" y="1840029"/>
                  </a:lnTo>
                  <a:lnTo>
                    <a:pt x="62394" y="1818394"/>
                  </a:lnTo>
                  <a:lnTo>
                    <a:pt x="29404" y="1785404"/>
                  </a:lnTo>
                  <a:lnTo>
                    <a:pt x="7769" y="1743568"/>
                  </a:lnTo>
                  <a:lnTo>
                    <a:pt x="0" y="1695398"/>
                  </a:lnTo>
                </a:path>
                <a:path w="3581400" h="1847850">
                  <a:moveTo>
                    <a:pt x="0" y="1695398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108950" y="2917850"/>
            <a:ext cx="3594100" cy="1860550"/>
            <a:chOff x="8108950" y="2917850"/>
            <a:chExt cx="3594100" cy="1860550"/>
          </a:xfrm>
        </p:grpSpPr>
        <p:sp>
          <p:nvSpPr>
            <p:cNvPr id="9" name="object 9"/>
            <p:cNvSpPr/>
            <p:nvPr/>
          </p:nvSpPr>
          <p:spPr>
            <a:xfrm>
              <a:off x="811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3429000" y="1847799"/>
                  </a:moveTo>
                  <a:lnTo>
                    <a:pt x="152400" y="1847799"/>
                  </a:lnTo>
                  <a:lnTo>
                    <a:pt x="104231" y="1840029"/>
                  </a:lnTo>
                  <a:lnTo>
                    <a:pt x="62396" y="1818393"/>
                  </a:lnTo>
                  <a:lnTo>
                    <a:pt x="29405" y="1785402"/>
                  </a:lnTo>
                  <a:lnTo>
                    <a:pt x="7769" y="1743567"/>
                  </a:lnTo>
                  <a:lnTo>
                    <a:pt x="0" y="1695399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1695399"/>
                  </a:lnTo>
                  <a:lnTo>
                    <a:pt x="3573630" y="1743567"/>
                  </a:lnTo>
                  <a:lnTo>
                    <a:pt x="3551994" y="1785402"/>
                  </a:lnTo>
                  <a:lnTo>
                    <a:pt x="3519003" y="1818393"/>
                  </a:lnTo>
                  <a:lnTo>
                    <a:pt x="3477168" y="1840029"/>
                  </a:lnTo>
                  <a:lnTo>
                    <a:pt x="3429000" y="1847799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5300" y="2924200"/>
              <a:ext cx="3581400" cy="1847850"/>
            </a:xfrm>
            <a:custGeom>
              <a:avLst/>
              <a:gdLst/>
              <a:ahLst/>
              <a:cxnLst/>
              <a:rect l="l" t="t" r="r" b="b"/>
              <a:pathLst>
                <a:path w="3581400" h="184785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1847850">
                  <a:moveTo>
                    <a:pt x="3429000" y="0"/>
                  </a:moveTo>
                  <a:lnTo>
                    <a:pt x="152400" y="0"/>
                  </a:lnTo>
                </a:path>
                <a:path w="3581400" h="184785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1847850">
                  <a:moveTo>
                    <a:pt x="3581400" y="1695398"/>
                  </a:moveTo>
                  <a:lnTo>
                    <a:pt x="3581400" y="152400"/>
                  </a:lnTo>
                </a:path>
                <a:path w="3581400" h="1847850">
                  <a:moveTo>
                    <a:pt x="3429000" y="1847798"/>
                  </a:moveTo>
                  <a:lnTo>
                    <a:pt x="3477170" y="1840029"/>
                  </a:lnTo>
                  <a:lnTo>
                    <a:pt x="3519005" y="1818394"/>
                  </a:lnTo>
                  <a:lnTo>
                    <a:pt x="3551995" y="1785404"/>
                  </a:lnTo>
                  <a:lnTo>
                    <a:pt x="3573630" y="1743568"/>
                  </a:lnTo>
                  <a:lnTo>
                    <a:pt x="3581400" y="1695398"/>
                  </a:lnTo>
                </a:path>
                <a:path w="3581400" h="1847850">
                  <a:moveTo>
                    <a:pt x="3429000" y="1847798"/>
                  </a:moveTo>
                  <a:lnTo>
                    <a:pt x="152400" y="1847798"/>
                  </a:lnTo>
                </a:path>
                <a:path w="3581400" h="1847850">
                  <a:moveTo>
                    <a:pt x="152400" y="1847798"/>
                  </a:moveTo>
                  <a:lnTo>
                    <a:pt x="104229" y="1840029"/>
                  </a:lnTo>
                  <a:lnTo>
                    <a:pt x="62394" y="1818394"/>
                  </a:lnTo>
                  <a:lnTo>
                    <a:pt x="29404" y="1785404"/>
                  </a:lnTo>
                  <a:lnTo>
                    <a:pt x="7769" y="1743568"/>
                  </a:lnTo>
                  <a:lnTo>
                    <a:pt x="0" y="1695398"/>
                  </a:lnTo>
                </a:path>
                <a:path w="3581400" h="1847850">
                  <a:moveTo>
                    <a:pt x="0" y="1695398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08000" y="1281051"/>
            <a:ext cx="6563995" cy="11988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940"/>
              </a:spcBef>
            </a:pPr>
            <a:r>
              <a:rPr spc="114" dirty="0"/>
              <a:t>Status</a:t>
            </a:r>
            <a:r>
              <a:rPr spc="120" dirty="0"/>
              <a:t> </a:t>
            </a:r>
            <a:r>
              <a:rPr dirty="0"/>
              <a:t>Quo</a:t>
            </a:r>
            <a:r>
              <a:rPr spc="125" dirty="0"/>
              <a:t> </a:t>
            </a:r>
            <a:r>
              <a:rPr spc="200" dirty="0"/>
              <a:t>vs.</a:t>
            </a:r>
            <a:r>
              <a:rPr spc="125" dirty="0"/>
              <a:t> </a:t>
            </a:r>
            <a:r>
              <a:rPr spc="55" dirty="0"/>
              <a:t>Automated </a:t>
            </a:r>
            <a:r>
              <a:rPr dirty="0"/>
              <a:t>Trial</a:t>
            </a:r>
            <a:r>
              <a:rPr spc="270" dirty="0"/>
              <a:t> </a:t>
            </a:r>
            <a:r>
              <a:rPr spc="-10" dirty="0"/>
              <a:t>Records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2000" y="3104662"/>
            <a:ext cx="259524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10" dirty="0">
                <a:solidFill>
                  <a:srgbClr val="0E4E4A"/>
                </a:solidFill>
                <a:latin typeface="Roboto"/>
                <a:cs typeface="Roboto"/>
              </a:rPr>
              <a:t>Manual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Status</a:t>
            </a:r>
            <a:r>
              <a:rPr sz="1200" b="1" spc="12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Quo</a:t>
            </a:r>
            <a:r>
              <a:rPr sz="1200" b="1" spc="12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Records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35"/>
              </a:spcBef>
            </a:pP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Paper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logs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siloed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EDC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entries;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discrepancies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discovered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weeks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later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during</a:t>
            </a:r>
            <a:r>
              <a:rPr sz="12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retrospective</a:t>
            </a:r>
            <a:r>
              <a:rPr sz="12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audits.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2000" y="3104662"/>
            <a:ext cx="296418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dirty="0">
                <a:solidFill>
                  <a:srgbClr val="0E4E4A"/>
                </a:solidFill>
                <a:latin typeface="Roboto"/>
                <a:cs typeface="Roboto"/>
              </a:rPr>
              <a:t>High</a:t>
            </a: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 Risk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200" b="1" spc="10" dirty="0">
                <a:solidFill>
                  <a:srgbClr val="0E4E4A"/>
                </a:solidFill>
                <a:latin typeface="Cambria"/>
                <a:cs typeface="Cambria"/>
              </a:rPr>
              <a:t>Lagging</a:t>
            </a:r>
            <a:r>
              <a:rPr sz="1200" b="1" spc="26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Detection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35"/>
              </a:spcBef>
            </a:pP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Missed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visits,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dosage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drift,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banned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25" dirty="0">
                <a:solidFill>
                  <a:srgbClr val="0E4E4A"/>
                </a:solidFill>
                <a:latin typeface="Roboto"/>
                <a:cs typeface="Roboto"/>
              </a:rPr>
              <a:t>co-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meds</a:t>
            </a:r>
            <a:r>
              <a:rPr sz="12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unflagged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until</a:t>
            </a:r>
            <a:r>
              <a:rPr sz="12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formal</a:t>
            </a:r>
            <a:r>
              <a:rPr sz="12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regulatory inspection.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82000" y="3104662"/>
            <a:ext cx="279527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10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Time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Automated</a:t>
            </a:r>
            <a:r>
              <a:rPr sz="1200" b="1" spc="16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Monitor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35"/>
              </a:spcBef>
            </a:pP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Instant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ingestion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12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25" dirty="0">
                <a:solidFill>
                  <a:srgbClr val="0E4E4A"/>
                </a:solidFill>
                <a:latin typeface="Roboto"/>
                <a:cs typeface="Roboto"/>
              </a:rPr>
              <a:t>GCP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classification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flag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12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deviations</a:t>
            </a:r>
            <a:r>
              <a:rPr sz="12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25" dirty="0">
                <a:solidFill>
                  <a:srgbClr val="0E4E4A"/>
                </a:solidFill>
                <a:latin typeface="Roboto"/>
                <a:cs typeface="Roboto"/>
              </a:rPr>
              <a:t>as </a:t>
            </a:r>
            <a:r>
              <a:rPr sz="1200" b="1" dirty="0">
                <a:solidFill>
                  <a:srgbClr val="0E4E4A"/>
                </a:solidFill>
                <a:latin typeface="Roboto"/>
                <a:cs typeface="Roboto"/>
              </a:rPr>
              <a:t>records</a:t>
            </a:r>
            <a:r>
              <a:rPr sz="12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Roboto"/>
                <a:cs typeface="Roboto"/>
              </a:rPr>
              <a:t>occur.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000" y="5126810"/>
            <a:ext cx="64103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Contrasting</a:t>
            </a:r>
            <a:r>
              <a:rPr sz="1500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retrospective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manual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audit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logs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against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continuous,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45" dirty="0">
                <a:solidFill>
                  <a:srgbClr val="0E4E4A"/>
                </a:solidFill>
                <a:latin typeface="Roboto"/>
                <a:cs typeface="Roboto"/>
              </a:rPr>
              <a:t>audit-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ready automated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records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5700" y="24"/>
            <a:ext cx="5956300" cy="410212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7255" y="175075"/>
            <a:ext cx="5069205" cy="170433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925"/>
              </a:spcBef>
            </a:pPr>
            <a:r>
              <a:rPr sz="4100" spc="70" dirty="0"/>
              <a:t>From</a:t>
            </a:r>
            <a:r>
              <a:rPr sz="4100" spc="110" dirty="0"/>
              <a:t> </a:t>
            </a:r>
            <a:r>
              <a:rPr sz="4100" spc="185" dirty="0"/>
              <a:t>Raw</a:t>
            </a:r>
            <a:r>
              <a:rPr sz="4100" spc="114" dirty="0"/>
              <a:t> </a:t>
            </a:r>
            <a:r>
              <a:rPr sz="4100" spc="40" dirty="0"/>
              <a:t>Patient </a:t>
            </a:r>
            <a:r>
              <a:rPr sz="4100" dirty="0"/>
              <a:t>Data</a:t>
            </a:r>
            <a:r>
              <a:rPr sz="4100" spc="170" dirty="0"/>
              <a:t> </a:t>
            </a:r>
            <a:r>
              <a:rPr sz="4100" dirty="0"/>
              <a:t>to</a:t>
            </a:r>
            <a:r>
              <a:rPr sz="4100" spc="170" dirty="0"/>
              <a:t> </a:t>
            </a:r>
            <a:r>
              <a:rPr sz="4100" spc="110" dirty="0"/>
              <a:t>Audit-</a:t>
            </a:r>
            <a:r>
              <a:rPr sz="4100" spc="125" dirty="0"/>
              <a:t>Ready </a:t>
            </a:r>
            <a:r>
              <a:rPr sz="4100" spc="95" dirty="0"/>
              <a:t>Insight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248289" y="2762536"/>
            <a:ext cx="52495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0E4E4A"/>
                </a:solidFill>
                <a:latin typeface="Roboto"/>
                <a:cs typeface="Roboto"/>
              </a:rPr>
              <a:t>Continuous</a:t>
            </a:r>
            <a:r>
              <a:rPr sz="2000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compliance</a:t>
            </a:r>
            <a:r>
              <a:rPr sz="2000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0E4E4A"/>
                </a:solidFill>
                <a:latin typeface="Roboto"/>
                <a:cs typeface="Roboto"/>
              </a:rPr>
              <a:t>checking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2000" spc="-9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spc="-8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prioritization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636" y="4160114"/>
            <a:ext cx="3467735" cy="2293620"/>
          </a:xfrm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805"/>
              </a:spcBef>
            </a:pPr>
            <a:r>
              <a:rPr sz="3600" spc="-25" dirty="0">
                <a:solidFill>
                  <a:srgbClr val="0E4E4A"/>
                </a:solidFill>
                <a:latin typeface="Roboto"/>
                <a:cs typeface="Roboto"/>
              </a:rPr>
              <a:t>01</a:t>
            </a:r>
            <a:endParaRPr sz="3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Ingestion</a:t>
            </a:r>
            <a:r>
              <a:rPr sz="1600" b="1" spc="10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10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Protocol</a:t>
            </a:r>
            <a:r>
              <a:rPr sz="1600" b="1" spc="10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Rules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1155"/>
              </a:spcBef>
            </a:pP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Continuously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ingests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patient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visit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logs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compares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them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against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digital</a:t>
            </a:r>
            <a:r>
              <a:rPr sz="2000" b="1" spc="-8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2000" b="1" spc="-7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specs.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8000" y="4274472"/>
            <a:ext cx="3340735" cy="24828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3600" spc="-25" dirty="0">
                <a:solidFill>
                  <a:srgbClr val="0E4E4A"/>
                </a:solidFill>
                <a:latin typeface="Roboto"/>
                <a:cs typeface="Roboto"/>
              </a:rPr>
              <a:t>02</a:t>
            </a:r>
            <a:endParaRPr sz="3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Detection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55" dirty="0">
                <a:solidFill>
                  <a:srgbClr val="0E4E4A"/>
                </a:solidFill>
                <a:latin typeface="Cambria"/>
                <a:cs typeface="Cambria"/>
              </a:rPr>
              <a:t>GCP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Classiﬁer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875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engine</a:t>
            </a:r>
            <a:r>
              <a:rPr sz="2000" b="1" spc="-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flags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breaches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assigns</a:t>
            </a:r>
            <a:r>
              <a:rPr sz="20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ICH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E6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GCP</a:t>
            </a:r>
            <a:r>
              <a:rPr sz="20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severity</a:t>
            </a:r>
            <a:r>
              <a:rPr sz="20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(major,</a:t>
            </a:r>
            <a:r>
              <a:rPr sz="20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minor, administrative).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13948" y="4274472"/>
            <a:ext cx="3472815" cy="246507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180"/>
              </a:spcBef>
            </a:pPr>
            <a:r>
              <a:rPr sz="3600" spc="-25" dirty="0">
                <a:solidFill>
                  <a:srgbClr val="0E4E4A"/>
                </a:solidFill>
                <a:latin typeface="Roboto"/>
                <a:cs typeface="Roboto"/>
              </a:rPr>
              <a:t>03</a:t>
            </a:r>
            <a:endParaRPr sz="3600" dirty="0">
              <a:latin typeface="Roboto"/>
              <a:cs typeface="Roboto"/>
            </a:endParaRPr>
          </a:p>
          <a:p>
            <a:pPr marL="2667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Risk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Scoring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105" dirty="0">
                <a:solidFill>
                  <a:srgbClr val="0E4E4A"/>
                </a:solidFill>
                <a:latin typeface="Cambria"/>
                <a:cs typeface="Cambria"/>
              </a:rPr>
              <a:t>CAPA</a:t>
            </a:r>
            <a:r>
              <a:rPr sz="1600" b="1" spc="1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Output</a:t>
            </a:r>
            <a:endParaRPr sz="1600" dirty="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74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Aggregates</a:t>
            </a:r>
            <a:r>
              <a:rPr sz="2000" b="1" spc="-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site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leading indicators</a:t>
            </a:r>
            <a:r>
              <a:rPr sz="20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into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scores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auto-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generates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actionable mitigation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reports.</a:t>
            </a:r>
            <a:endParaRPr sz="20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7759" y="279445"/>
            <a:ext cx="5398135" cy="1143000"/>
            <a:chOff x="1027759" y="279445"/>
            <a:chExt cx="5398135" cy="1143000"/>
          </a:xfrm>
        </p:grpSpPr>
        <p:sp>
          <p:nvSpPr>
            <p:cNvPr id="3" name="object 3"/>
            <p:cNvSpPr/>
            <p:nvPr/>
          </p:nvSpPr>
          <p:spPr>
            <a:xfrm>
              <a:off x="1031696" y="283381"/>
              <a:ext cx="5390515" cy="1135380"/>
            </a:xfrm>
            <a:custGeom>
              <a:avLst/>
              <a:gdLst/>
              <a:ahLst/>
              <a:cxnLst/>
              <a:rect l="l" t="t" r="r" b="b"/>
              <a:pathLst>
                <a:path w="5390515" h="1135380">
                  <a:moveTo>
                    <a:pt x="5390095" y="1134757"/>
                  </a:moveTo>
                  <a:lnTo>
                    <a:pt x="0" y="1134757"/>
                  </a:lnTo>
                  <a:lnTo>
                    <a:pt x="0" y="945629"/>
                  </a:lnTo>
                  <a:lnTo>
                    <a:pt x="2695041" y="0"/>
                  </a:lnTo>
                  <a:lnTo>
                    <a:pt x="5390095" y="945629"/>
                  </a:lnTo>
                  <a:lnTo>
                    <a:pt x="5390095" y="1134757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1696" y="283382"/>
              <a:ext cx="5390515" cy="1135380"/>
            </a:xfrm>
            <a:custGeom>
              <a:avLst/>
              <a:gdLst/>
              <a:ahLst/>
              <a:cxnLst/>
              <a:rect l="l" t="t" r="r" b="b"/>
              <a:pathLst>
                <a:path w="5390515" h="1135380">
                  <a:moveTo>
                    <a:pt x="2695047" y="0"/>
                  </a:moveTo>
                  <a:lnTo>
                    <a:pt x="5390094" y="945630"/>
                  </a:lnTo>
                  <a:lnTo>
                    <a:pt x="5390094" y="1134756"/>
                  </a:lnTo>
                  <a:lnTo>
                    <a:pt x="0" y="1134756"/>
                  </a:lnTo>
                  <a:lnTo>
                    <a:pt x="0" y="945630"/>
                  </a:lnTo>
                  <a:lnTo>
                    <a:pt x="2695047" y="0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216885" y="1508764"/>
            <a:ext cx="1615440" cy="2453640"/>
            <a:chOff x="1216885" y="1508764"/>
            <a:chExt cx="1615440" cy="2453640"/>
          </a:xfrm>
        </p:grpSpPr>
        <p:sp>
          <p:nvSpPr>
            <p:cNvPr id="6" name="object 6"/>
            <p:cNvSpPr/>
            <p:nvPr/>
          </p:nvSpPr>
          <p:spPr>
            <a:xfrm>
              <a:off x="1220822" y="1512700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1607566" y="2445486"/>
                  </a:moveTo>
                  <a:lnTo>
                    <a:pt x="0" y="2445486"/>
                  </a:lnTo>
                  <a:lnTo>
                    <a:pt x="0" y="0"/>
                  </a:lnTo>
                  <a:lnTo>
                    <a:pt x="1607566" y="0"/>
                  </a:lnTo>
                  <a:lnTo>
                    <a:pt x="1607566" y="2445486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20822" y="1512701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0" y="2445484"/>
                  </a:moveTo>
                  <a:lnTo>
                    <a:pt x="1607572" y="2445484"/>
                  </a:lnTo>
                  <a:lnTo>
                    <a:pt x="1607572" y="0"/>
                  </a:lnTo>
                  <a:lnTo>
                    <a:pt x="0" y="0"/>
                  </a:lnTo>
                  <a:lnTo>
                    <a:pt x="0" y="2445484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919020" y="1508764"/>
            <a:ext cx="1615440" cy="2453640"/>
            <a:chOff x="2919020" y="1508764"/>
            <a:chExt cx="1615440" cy="2453640"/>
          </a:xfrm>
        </p:grpSpPr>
        <p:sp>
          <p:nvSpPr>
            <p:cNvPr id="9" name="object 9"/>
            <p:cNvSpPr/>
            <p:nvPr/>
          </p:nvSpPr>
          <p:spPr>
            <a:xfrm>
              <a:off x="2922957" y="1512700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1607566" y="2445486"/>
                  </a:moveTo>
                  <a:lnTo>
                    <a:pt x="0" y="2445486"/>
                  </a:lnTo>
                  <a:lnTo>
                    <a:pt x="0" y="0"/>
                  </a:lnTo>
                  <a:lnTo>
                    <a:pt x="1607566" y="0"/>
                  </a:lnTo>
                  <a:lnTo>
                    <a:pt x="1607566" y="2445486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22957" y="1512701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0" y="2445484"/>
                  </a:moveTo>
                  <a:lnTo>
                    <a:pt x="1607571" y="2445484"/>
                  </a:lnTo>
                  <a:lnTo>
                    <a:pt x="1607571" y="0"/>
                  </a:lnTo>
                  <a:lnTo>
                    <a:pt x="0" y="0"/>
                  </a:lnTo>
                  <a:lnTo>
                    <a:pt x="0" y="2445484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621155" y="1508764"/>
            <a:ext cx="1616075" cy="2453640"/>
            <a:chOff x="4621155" y="1508764"/>
            <a:chExt cx="1616075" cy="2453640"/>
          </a:xfrm>
        </p:grpSpPr>
        <p:sp>
          <p:nvSpPr>
            <p:cNvPr id="12" name="object 12"/>
            <p:cNvSpPr/>
            <p:nvPr/>
          </p:nvSpPr>
          <p:spPr>
            <a:xfrm>
              <a:off x="4625092" y="1512700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1607578" y="2445486"/>
                  </a:moveTo>
                  <a:lnTo>
                    <a:pt x="0" y="2445486"/>
                  </a:lnTo>
                  <a:lnTo>
                    <a:pt x="0" y="0"/>
                  </a:lnTo>
                  <a:lnTo>
                    <a:pt x="1607578" y="0"/>
                  </a:lnTo>
                  <a:lnTo>
                    <a:pt x="1607578" y="2445486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25092" y="1512701"/>
              <a:ext cx="1607820" cy="2446020"/>
            </a:xfrm>
            <a:custGeom>
              <a:avLst/>
              <a:gdLst/>
              <a:ahLst/>
              <a:cxnLst/>
              <a:rect l="l" t="t" r="r" b="b"/>
              <a:pathLst>
                <a:path w="1607820" h="2446020">
                  <a:moveTo>
                    <a:pt x="0" y="2445484"/>
                  </a:moveTo>
                  <a:lnTo>
                    <a:pt x="1607572" y="2445484"/>
                  </a:lnTo>
                  <a:lnTo>
                    <a:pt x="1607572" y="0"/>
                  </a:lnTo>
                  <a:lnTo>
                    <a:pt x="0" y="0"/>
                  </a:lnTo>
                  <a:lnTo>
                    <a:pt x="0" y="2445484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216885" y="4048811"/>
            <a:ext cx="2466975" cy="1943100"/>
            <a:chOff x="1216885" y="4048811"/>
            <a:chExt cx="2466975" cy="1943100"/>
          </a:xfrm>
        </p:grpSpPr>
        <p:sp>
          <p:nvSpPr>
            <p:cNvPr id="15" name="object 15"/>
            <p:cNvSpPr/>
            <p:nvPr/>
          </p:nvSpPr>
          <p:spPr>
            <a:xfrm>
              <a:off x="1220822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2458643" y="1934972"/>
                  </a:moveTo>
                  <a:lnTo>
                    <a:pt x="0" y="1934972"/>
                  </a:lnTo>
                  <a:lnTo>
                    <a:pt x="0" y="0"/>
                  </a:lnTo>
                  <a:lnTo>
                    <a:pt x="2458643" y="0"/>
                  </a:lnTo>
                  <a:lnTo>
                    <a:pt x="2458643" y="1934972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0822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0" y="1934966"/>
                  </a:moveTo>
                  <a:lnTo>
                    <a:pt x="2458639" y="1934966"/>
                  </a:lnTo>
                  <a:lnTo>
                    <a:pt x="2458639" y="0"/>
                  </a:lnTo>
                  <a:lnTo>
                    <a:pt x="0" y="0"/>
                  </a:lnTo>
                  <a:lnTo>
                    <a:pt x="0" y="1934966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770088" y="4048811"/>
            <a:ext cx="2466975" cy="1943100"/>
            <a:chOff x="3770088" y="4048811"/>
            <a:chExt cx="2466975" cy="1943100"/>
          </a:xfrm>
        </p:grpSpPr>
        <p:sp>
          <p:nvSpPr>
            <p:cNvPr id="18" name="object 18"/>
            <p:cNvSpPr/>
            <p:nvPr/>
          </p:nvSpPr>
          <p:spPr>
            <a:xfrm>
              <a:off x="3774025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2458643" y="1934972"/>
                  </a:moveTo>
                  <a:lnTo>
                    <a:pt x="0" y="1934972"/>
                  </a:lnTo>
                  <a:lnTo>
                    <a:pt x="0" y="0"/>
                  </a:lnTo>
                  <a:lnTo>
                    <a:pt x="2458643" y="0"/>
                  </a:lnTo>
                  <a:lnTo>
                    <a:pt x="2458643" y="1934972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74025" y="4052748"/>
              <a:ext cx="2458720" cy="1935480"/>
            </a:xfrm>
            <a:custGeom>
              <a:avLst/>
              <a:gdLst/>
              <a:ahLst/>
              <a:cxnLst/>
              <a:rect l="l" t="t" r="r" b="b"/>
              <a:pathLst>
                <a:path w="2458720" h="1935479">
                  <a:moveTo>
                    <a:pt x="0" y="1934966"/>
                  </a:moveTo>
                  <a:lnTo>
                    <a:pt x="2458639" y="1934966"/>
                  </a:lnTo>
                  <a:lnTo>
                    <a:pt x="2458639" y="0"/>
                  </a:lnTo>
                  <a:lnTo>
                    <a:pt x="0" y="0"/>
                  </a:lnTo>
                  <a:lnTo>
                    <a:pt x="0" y="1934966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027759" y="6078340"/>
            <a:ext cx="5398135" cy="575310"/>
            <a:chOff x="1027759" y="6078340"/>
            <a:chExt cx="5398135" cy="575310"/>
          </a:xfrm>
        </p:grpSpPr>
        <p:sp>
          <p:nvSpPr>
            <p:cNvPr id="21" name="object 21"/>
            <p:cNvSpPr/>
            <p:nvPr/>
          </p:nvSpPr>
          <p:spPr>
            <a:xfrm>
              <a:off x="1031684" y="6082283"/>
              <a:ext cx="5390515" cy="567690"/>
            </a:xfrm>
            <a:custGeom>
              <a:avLst/>
              <a:gdLst/>
              <a:ahLst/>
              <a:cxnLst/>
              <a:rect l="l" t="t" r="r" b="b"/>
              <a:pathLst>
                <a:path w="5390515" h="567690">
                  <a:moveTo>
                    <a:pt x="5390096" y="189230"/>
                  </a:moveTo>
                  <a:lnTo>
                    <a:pt x="5200967" y="189230"/>
                  </a:lnTo>
                  <a:lnTo>
                    <a:pt x="5200967" y="0"/>
                  </a:lnTo>
                  <a:lnTo>
                    <a:pt x="189128" y="0"/>
                  </a:lnTo>
                  <a:lnTo>
                    <a:pt x="189128" y="189230"/>
                  </a:lnTo>
                  <a:lnTo>
                    <a:pt x="0" y="189230"/>
                  </a:lnTo>
                  <a:lnTo>
                    <a:pt x="0" y="567690"/>
                  </a:lnTo>
                  <a:lnTo>
                    <a:pt x="5390096" y="567690"/>
                  </a:lnTo>
                  <a:lnTo>
                    <a:pt x="5390096" y="18923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31696" y="6082277"/>
              <a:ext cx="5390515" cy="567690"/>
            </a:xfrm>
            <a:custGeom>
              <a:avLst/>
              <a:gdLst/>
              <a:ahLst/>
              <a:cxnLst/>
              <a:rect l="l" t="t" r="r" b="b"/>
              <a:pathLst>
                <a:path w="5390515" h="567690">
                  <a:moveTo>
                    <a:pt x="5200968" y="189126"/>
                  </a:moveTo>
                  <a:lnTo>
                    <a:pt x="5390094" y="189126"/>
                  </a:lnTo>
                  <a:lnTo>
                    <a:pt x="5390094" y="567378"/>
                  </a:lnTo>
                  <a:lnTo>
                    <a:pt x="0" y="567378"/>
                  </a:lnTo>
                  <a:lnTo>
                    <a:pt x="0" y="189126"/>
                  </a:lnTo>
                  <a:lnTo>
                    <a:pt x="189126" y="189126"/>
                  </a:lnTo>
                  <a:lnTo>
                    <a:pt x="189126" y="0"/>
                  </a:lnTo>
                  <a:lnTo>
                    <a:pt x="5200968" y="0"/>
                  </a:lnTo>
                  <a:lnTo>
                    <a:pt x="5200968" y="189126"/>
                  </a:lnTo>
                  <a:close/>
                </a:path>
              </a:pathLst>
            </a:custGeom>
            <a:ln w="7874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3490633" y="758611"/>
            <a:ext cx="471805" cy="470534"/>
          </a:xfrm>
          <a:custGeom>
            <a:avLst/>
            <a:gdLst/>
            <a:ahLst/>
            <a:cxnLst/>
            <a:rect l="l" t="t" r="r" b="b"/>
            <a:pathLst>
              <a:path w="471804" h="470534">
                <a:moveTo>
                  <a:pt x="329450" y="470268"/>
                </a:moveTo>
                <a:lnTo>
                  <a:pt x="272910" y="470268"/>
                </a:lnTo>
                <a:lnTo>
                  <a:pt x="265239" y="467461"/>
                </a:lnTo>
                <a:lnTo>
                  <a:pt x="254025" y="456247"/>
                </a:lnTo>
                <a:lnTo>
                  <a:pt x="251231" y="448589"/>
                </a:lnTo>
                <a:lnTo>
                  <a:pt x="251307" y="398043"/>
                </a:lnTo>
                <a:lnTo>
                  <a:pt x="250875" y="397510"/>
                </a:lnTo>
                <a:lnTo>
                  <a:pt x="250482" y="396938"/>
                </a:lnTo>
                <a:lnTo>
                  <a:pt x="198323" y="315480"/>
                </a:lnTo>
                <a:lnTo>
                  <a:pt x="198323" y="164414"/>
                </a:lnTo>
                <a:lnTo>
                  <a:pt x="197891" y="161518"/>
                </a:lnTo>
                <a:lnTo>
                  <a:pt x="197053" y="158724"/>
                </a:lnTo>
                <a:lnTo>
                  <a:pt x="251434" y="73787"/>
                </a:lnTo>
                <a:lnTo>
                  <a:pt x="251307" y="72542"/>
                </a:lnTo>
                <a:lnTo>
                  <a:pt x="251231" y="21678"/>
                </a:lnTo>
                <a:lnTo>
                  <a:pt x="254025" y="14020"/>
                </a:lnTo>
                <a:lnTo>
                  <a:pt x="265252" y="2819"/>
                </a:lnTo>
                <a:lnTo>
                  <a:pt x="272897" y="0"/>
                </a:lnTo>
                <a:lnTo>
                  <a:pt x="329450" y="0"/>
                </a:lnTo>
                <a:lnTo>
                  <a:pt x="337108" y="2819"/>
                </a:lnTo>
                <a:lnTo>
                  <a:pt x="348310" y="14020"/>
                </a:lnTo>
                <a:lnTo>
                  <a:pt x="351129" y="21678"/>
                </a:lnTo>
                <a:lnTo>
                  <a:pt x="351256" y="68033"/>
                </a:lnTo>
                <a:lnTo>
                  <a:pt x="382676" y="99453"/>
                </a:lnTo>
                <a:lnTo>
                  <a:pt x="326694" y="99453"/>
                </a:lnTo>
                <a:lnTo>
                  <a:pt x="324916" y="99733"/>
                </a:lnTo>
                <a:lnTo>
                  <a:pt x="323075" y="99898"/>
                </a:lnTo>
                <a:lnTo>
                  <a:pt x="281724" y="99898"/>
                </a:lnTo>
                <a:lnTo>
                  <a:pt x="217881" y="199669"/>
                </a:lnTo>
                <a:lnTo>
                  <a:pt x="343100" y="199669"/>
                </a:lnTo>
                <a:lnTo>
                  <a:pt x="233629" y="236156"/>
                </a:lnTo>
                <a:lnTo>
                  <a:pt x="343094" y="272618"/>
                </a:lnTo>
                <a:lnTo>
                  <a:pt x="217893" y="272618"/>
                </a:lnTo>
                <a:lnTo>
                  <a:pt x="281165" y="370408"/>
                </a:lnTo>
                <a:lnTo>
                  <a:pt x="323164" y="370408"/>
                </a:lnTo>
                <a:lnTo>
                  <a:pt x="324993" y="370611"/>
                </a:lnTo>
                <a:lnTo>
                  <a:pt x="382132" y="370611"/>
                </a:lnTo>
                <a:lnTo>
                  <a:pt x="351129" y="400380"/>
                </a:lnTo>
                <a:lnTo>
                  <a:pt x="351129" y="448589"/>
                </a:lnTo>
                <a:lnTo>
                  <a:pt x="348310" y="456247"/>
                </a:lnTo>
                <a:lnTo>
                  <a:pt x="337108" y="467461"/>
                </a:lnTo>
                <a:lnTo>
                  <a:pt x="329450" y="470268"/>
                </a:lnTo>
                <a:close/>
              </a:path>
              <a:path w="471804" h="470534">
                <a:moveTo>
                  <a:pt x="343100" y="199669"/>
                </a:moveTo>
                <a:lnTo>
                  <a:pt x="217881" y="199669"/>
                </a:lnTo>
                <a:lnTo>
                  <a:pt x="371360" y="148501"/>
                </a:lnTo>
                <a:lnTo>
                  <a:pt x="371424" y="144183"/>
                </a:lnTo>
                <a:lnTo>
                  <a:pt x="326682" y="99453"/>
                </a:lnTo>
                <a:lnTo>
                  <a:pt x="382676" y="99453"/>
                </a:lnTo>
                <a:lnTo>
                  <a:pt x="399351" y="116128"/>
                </a:lnTo>
                <a:lnTo>
                  <a:pt x="449580" y="116128"/>
                </a:lnTo>
                <a:lnTo>
                  <a:pt x="457238" y="118922"/>
                </a:lnTo>
                <a:lnTo>
                  <a:pt x="468464" y="130149"/>
                </a:lnTo>
                <a:lnTo>
                  <a:pt x="471246" y="137782"/>
                </a:lnTo>
                <a:lnTo>
                  <a:pt x="471246" y="190169"/>
                </a:lnTo>
                <a:lnTo>
                  <a:pt x="371602" y="190169"/>
                </a:lnTo>
                <a:lnTo>
                  <a:pt x="343100" y="199669"/>
                </a:lnTo>
                <a:close/>
              </a:path>
              <a:path w="471804" h="470534">
                <a:moveTo>
                  <a:pt x="449580" y="216001"/>
                </a:moveTo>
                <a:lnTo>
                  <a:pt x="393039" y="216001"/>
                </a:lnTo>
                <a:lnTo>
                  <a:pt x="385330" y="213194"/>
                </a:lnTo>
                <a:lnTo>
                  <a:pt x="379768" y="207606"/>
                </a:lnTo>
                <a:lnTo>
                  <a:pt x="375145" y="202895"/>
                </a:lnTo>
                <a:lnTo>
                  <a:pt x="372262" y="196735"/>
                </a:lnTo>
                <a:lnTo>
                  <a:pt x="371602" y="190169"/>
                </a:lnTo>
                <a:lnTo>
                  <a:pt x="471246" y="190169"/>
                </a:lnTo>
                <a:lnTo>
                  <a:pt x="471246" y="194322"/>
                </a:lnTo>
                <a:lnTo>
                  <a:pt x="468464" y="201980"/>
                </a:lnTo>
                <a:lnTo>
                  <a:pt x="457238" y="213194"/>
                </a:lnTo>
                <a:lnTo>
                  <a:pt x="449580" y="216001"/>
                </a:lnTo>
                <a:close/>
              </a:path>
              <a:path w="471804" h="470534">
                <a:moveTo>
                  <a:pt x="441325" y="256273"/>
                </a:moveTo>
                <a:lnTo>
                  <a:pt x="401294" y="256273"/>
                </a:lnTo>
                <a:lnTo>
                  <a:pt x="401294" y="216001"/>
                </a:lnTo>
                <a:lnTo>
                  <a:pt x="441325" y="216001"/>
                </a:lnTo>
                <a:lnTo>
                  <a:pt x="441325" y="256273"/>
                </a:lnTo>
                <a:close/>
              </a:path>
              <a:path w="471804" h="470534">
                <a:moveTo>
                  <a:pt x="471246" y="282117"/>
                </a:moveTo>
                <a:lnTo>
                  <a:pt x="371614" y="282117"/>
                </a:lnTo>
                <a:lnTo>
                  <a:pt x="372364" y="275450"/>
                </a:lnTo>
                <a:lnTo>
                  <a:pt x="375094" y="269354"/>
                </a:lnTo>
                <a:lnTo>
                  <a:pt x="385438" y="259054"/>
                </a:lnTo>
                <a:lnTo>
                  <a:pt x="393074" y="256273"/>
                </a:lnTo>
                <a:lnTo>
                  <a:pt x="449580" y="256273"/>
                </a:lnTo>
                <a:lnTo>
                  <a:pt x="457238" y="259054"/>
                </a:lnTo>
                <a:lnTo>
                  <a:pt x="468464" y="270281"/>
                </a:lnTo>
                <a:lnTo>
                  <a:pt x="471246" y="277926"/>
                </a:lnTo>
                <a:lnTo>
                  <a:pt x="471246" y="282117"/>
                </a:lnTo>
                <a:close/>
              </a:path>
              <a:path w="471804" h="470534">
                <a:moveTo>
                  <a:pt x="382132" y="370611"/>
                </a:moveTo>
                <a:lnTo>
                  <a:pt x="324993" y="370611"/>
                </a:lnTo>
                <a:lnTo>
                  <a:pt x="371360" y="326072"/>
                </a:lnTo>
                <a:lnTo>
                  <a:pt x="371360" y="323799"/>
                </a:lnTo>
                <a:lnTo>
                  <a:pt x="217893" y="272618"/>
                </a:lnTo>
                <a:lnTo>
                  <a:pt x="343094" y="272618"/>
                </a:lnTo>
                <a:lnTo>
                  <a:pt x="371614" y="282117"/>
                </a:lnTo>
                <a:lnTo>
                  <a:pt x="471246" y="282117"/>
                </a:lnTo>
                <a:lnTo>
                  <a:pt x="471246" y="334479"/>
                </a:lnTo>
                <a:lnTo>
                  <a:pt x="468464" y="342125"/>
                </a:lnTo>
                <a:lnTo>
                  <a:pt x="457238" y="353352"/>
                </a:lnTo>
                <a:lnTo>
                  <a:pt x="450136" y="355942"/>
                </a:lnTo>
                <a:lnTo>
                  <a:pt x="397408" y="355942"/>
                </a:lnTo>
                <a:lnTo>
                  <a:pt x="382132" y="370611"/>
                </a:lnTo>
                <a:close/>
              </a:path>
              <a:path w="471804" h="470534">
                <a:moveTo>
                  <a:pt x="84315" y="198640"/>
                </a:moveTo>
                <a:lnTo>
                  <a:pt x="51497" y="195918"/>
                </a:lnTo>
                <a:lnTo>
                  <a:pt x="24689" y="188494"/>
                </a:lnTo>
                <a:lnTo>
                  <a:pt x="6620" y="177482"/>
                </a:lnTo>
                <a:lnTo>
                  <a:pt x="12" y="163995"/>
                </a:lnTo>
                <a:lnTo>
                  <a:pt x="6642" y="150527"/>
                </a:lnTo>
                <a:lnTo>
                  <a:pt x="24705" y="139522"/>
                </a:lnTo>
                <a:lnTo>
                  <a:pt x="51498" y="132098"/>
                </a:lnTo>
                <a:lnTo>
                  <a:pt x="84315" y="129374"/>
                </a:lnTo>
                <a:lnTo>
                  <a:pt x="117133" y="132098"/>
                </a:lnTo>
                <a:lnTo>
                  <a:pt x="143938" y="139522"/>
                </a:lnTo>
                <a:lnTo>
                  <a:pt x="162014" y="150527"/>
                </a:lnTo>
                <a:lnTo>
                  <a:pt x="168643" y="163995"/>
                </a:lnTo>
                <a:lnTo>
                  <a:pt x="162014" y="177482"/>
                </a:lnTo>
                <a:lnTo>
                  <a:pt x="143938" y="188494"/>
                </a:lnTo>
                <a:lnTo>
                  <a:pt x="117133" y="195918"/>
                </a:lnTo>
                <a:lnTo>
                  <a:pt x="84315" y="198640"/>
                </a:lnTo>
                <a:close/>
              </a:path>
              <a:path w="471804" h="470534">
                <a:moveTo>
                  <a:pt x="84315" y="272605"/>
                </a:moveTo>
                <a:lnTo>
                  <a:pt x="32816" y="266293"/>
                </a:lnTo>
                <a:lnTo>
                  <a:pt x="0" y="209346"/>
                </a:lnTo>
                <a:lnTo>
                  <a:pt x="4305" y="211874"/>
                </a:lnTo>
                <a:lnTo>
                  <a:pt x="8788" y="214083"/>
                </a:lnTo>
                <a:lnTo>
                  <a:pt x="46407" y="225177"/>
                </a:lnTo>
                <a:lnTo>
                  <a:pt x="84315" y="228333"/>
                </a:lnTo>
                <a:lnTo>
                  <a:pt x="168611" y="228333"/>
                </a:lnTo>
                <a:lnTo>
                  <a:pt x="168579" y="247459"/>
                </a:lnTo>
                <a:lnTo>
                  <a:pt x="120504" y="269668"/>
                </a:lnTo>
                <a:lnTo>
                  <a:pt x="103207" y="271838"/>
                </a:lnTo>
                <a:lnTo>
                  <a:pt x="84315" y="272605"/>
                </a:lnTo>
                <a:close/>
              </a:path>
              <a:path w="471804" h="470534">
                <a:moveTo>
                  <a:pt x="168611" y="228333"/>
                </a:moveTo>
                <a:lnTo>
                  <a:pt x="84315" y="228333"/>
                </a:lnTo>
                <a:lnTo>
                  <a:pt x="103670" y="227536"/>
                </a:lnTo>
                <a:lnTo>
                  <a:pt x="122215" y="225177"/>
                </a:lnTo>
                <a:lnTo>
                  <a:pt x="159819" y="214083"/>
                </a:lnTo>
                <a:lnTo>
                  <a:pt x="168686" y="209346"/>
                </a:lnTo>
                <a:lnTo>
                  <a:pt x="168611" y="228333"/>
                </a:lnTo>
                <a:close/>
              </a:path>
              <a:path w="471804" h="470534">
                <a:moveTo>
                  <a:pt x="84315" y="353047"/>
                </a:moveTo>
                <a:lnTo>
                  <a:pt x="51447" y="350388"/>
                </a:lnTo>
                <a:lnTo>
                  <a:pt x="24657" y="343069"/>
                </a:lnTo>
                <a:lnTo>
                  <a:pt x="6619" y="332082"/>
                </a:lnTo>
                <a:lnTo>
                  <a:pt x="12" y="318414"/>
                </a:lnTo>
                <a:lnTo>
                  <a:pt x="12" y="285470"/>
                </a:lnTo>
                <a:lnTo>
                  <a:pt x="2768" y="286893"/>
                </a:lnTo>
                <a:lnTo>
                  <a:pt x="5600" y="288201"/>
                </a:lnTo>
                <a:lnTo>
                  <a:pt x="43148" y="298942"/>
                </a:lnTo>
                <a:lnTo>
                  <a:pt x="84315" y="302310"/>
                </a:lnTo>
                <a:lnTo>
                  <a:pt x="168643" y="302310"/>
                </a:lnTo>
                <a:lnTo>
                  <a:pt x="168643" y="318414"/>
                </a:lnTo>
                <a:lnTo>
                  <a:pt x="162030" y="332082"/>
                </a:lnTo>
                <a:lnTo>
                  <a:pt x="143981" y="343069"/>
                </a:lnTo>
                <a:lnTo>
                  <a:pt x="117181" y="350388"/>
                </a:lnTo>
                <a:lnTo>
                  <a:pt x="84315" y="353047"/>
                </a:lnTo>
                <a:close/>
              </a:path>
              <a:path w="471804" h="470534">
                <a:moveTo>
                  <a:pt x="168643" y="302310"/>
                </a:moveTo>
                <a:lnTo>
                  <a:pt x="84315" y="302310"/>
                </a:lnTo>
                <a:lnTo>
                  <a:pt x="105520" y="301451"/>
                </a:lnTo>
                <a:lnTo>
                  <a:pt x="125515" y="298942"/>
                </a:lnTo>
                <a:lnTo>
                  <a:pt x="163029" y="288201"/>
                </a:lnTo>
                <a:lnTo>
                  <a:pt x="168643" y="285470"/>
                </a:lnTo>
                <a:lnTo>
                  <a:pt x="168643" y="302310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38314" y="1609830"/>
            <a:ext cx="372110" cy="374015"/>
          </a:xfrm>
          <a:custGeom>
            <a:avLst/>
            <a:gdLst/>
            <a:ahLst/>
            <a:cxnLst/>
            <a:rect l="l" t="t" r="r" b="b"/>
            <a:pathLst>
              <a:path w="372110" h="374014">
                <a:moveTo>
                  <a:pt x="53174" y="52349"/>
                </a:moveTo>
                <a:lnTo>
                  <a:pt x="32549" y="49990"/>
                </a:lnTo>
                <a:lnTo>
                  <a:pt x="16473" y="43878"/>
                </a:lnTo>
                <a:lnTo>
                  <a:pt x="6008" y="35461"/>
                </a:lnTo>
                <a:lnTo>
                  <a:pt x="2278" y="26187"/>
                </a:lnTo>
                <a:lnTo>
                  <a:pt x="6033" y="16898"/>
                </a:lnTo>
                <a:lnTo>
                  <a:pt x="16518" y="8474"/>
                </a:lnTo>
                <a:lnTo>
                  <a:pt x="32615" y="2359"/>
                </a:lnTo>
                <a:lnTo>
                  <a:pt x="53174" y="0"/>
                </a:lnTo>
                <a:lnTo>
                  <a:pt x="73760" y="2359"/>
                </a:lnTo>
                <a:lnTo>
                  <a:pt x="89812" y="8474"/>
                </a:lnTo>
                <a:lnTo>
                  <a:pt x="100243" y="16898"/>
                </a:lnTo>
                <a:lnTo>
                  <a:pt x="103962" y="26187"/>
                </a:lnTo>
                <a:lnTo>
                  <a:pt x="100243" y="35461"/>
                </a:lnTo>
                <a:lnTo>
                  <a:pt x="89812" y="43878"/>
                </a:lnTo>
                <a:lnTo>
                  <a:pt x="73760" y="49990"/>
                </a:lnTo>
                <a:lnTo>
                  <a:pt x="53174" y="52349"/>
                </a:lnTo>
                <a:close/>
              </a:path>
              <a:path w="372110" h="374014">
                <a:moveTo>
                  <a:pt x="53174" y="130860"/>
                </a:moveTo>
                <a:lnTo>
                  <a:pt x="32582" y="128501"/>
                </a:lnTo>
                <a:lnTo>
                  <a:pt x="16489" y="122389"/>
                </a:lnTo>
                <a:lnTo>
                  <a:pt x="6013" y="113972"/>
                </a:lnTo>
                <a:lnTo>
                  <a:pt x="2273" y="104698"/>
                </a:lnTo>
                <a:lnTo>
                  <a:pt x="2374" y="60985"/>
                </a:lnTo>
                <a:lnTo>
                  <a:pt x="3121" y="59918"/>
                </a:lnTo>
                <a:lnTo>
                  <a:pt x="3975" y="59423"/>
                </a:lnTo>
                <a:lnTo>
                  <a:pt x="5134" y="58788"/>
                </a:lnTo>
                <a:lnTo>
                  <a:pt x="6232" y="58788"/>
                </a:lnTo>
                <a:lnTo>
                  <a:pt x="7378" y="59423"/>
                </a:lnTo>
                <a:lnTo>
                  <a:pt x="18120" y="64707"/>
                </a:lnTo>
                <a:lnTo>
                  <a:pt x="29424" y="68457"/>
                </a:lnTo>
                <a:lnTo>
                  <a:pt x="41133" y="70633"/>
                </a:lnTo>
                <a:lnTo>
                  <a:pt x="40928" y="70633"/>
                </a:lnTo>
                <a:lnTo>
                  <a:pt x="53174" y="71196"/>
                </a:lnTo>
                <a:lnTo>
                  <a:pt x="103962" y="71196"/>
                </a:lnTo>
                <a:lnTo>
                  <a:pt x="103962" y="104698"/>
                </a:lnTo>
                <a:lnTo>
                  <a:pt x="100243" y="114305"/>
                </a:lnTo>
                <a:lnTo>
                  <a:pt x="89812" y="122685"/>
                </a:lnTo>
                <a:lnTo>
                  <a:pt x="74060" y="128501"/>
                </a:lnTo>
                <a:lnTo>
                  <a:pt x="74774" y="128501"/>
                </a:lnTo>
                <a:lnTo>
                  <a:pt x="53174" y="130860"/>
                </a:lnTo>
                <a:close/>
              </a:path>
              <a:path w="372110" h="374014">
                <a:moveTo>
                  <a:pt x="103962" y="71196"/>
                </a:moveTo>
                <a:lnTo>
                  <a:pt x="53174" y="71196"/>
                </a:lnTo>
                <a:lnTo>
                  <a:pt x="65154" y="70633"/>
                </a:lnTo>
                <a:lnTo>
                  <a:pt x="76888" y="68457"/>
                </a:lnTo>
                <a:lnTo>
                  <a:pt x="88218" y="64707"/>
                </a:lnTo>
                <a:lnTo>
                  <a:pt x="98983" y="59423"/>
                </a:lnTo>
                <a:lnTo>
                  <a:pt x="100028" y="58788"/>
                </a:lnTo>
                <a:lnTo>
                  <a:pt x="101231" y="58788"/>
                </a:lnTo>
                <a:lnTo>
                  <a:pt x="103289" y="59918"/>
                </a:lnTo>
                <a:lnTo>
                  <a:pt x="103936" y="60985"/>
                </a:lnTo>
                <a:lnTo>
                  <a:pt x="103962" y="71196"/>
                </a:lnTo>
                <a:close/>
              </a:path>
              <a:path w="372110" h="374014">
                <a:moveTo>
                  <a:pt x="83943" y="236993"/>
                </a:moveTo>
                <a:lnTo>
                  <a:pt x="77926" y="236444"/>
                </a:lnTo>
                <a:lnTo>
                  <a:pt x="72389" y="233527"/>
                </a:lnTo>
                <a:lnTo>
                  <a:pt x="39484" y="206717"/>
                </a:lnTo>
                <a:lnTo>
                  <a:pt x="37350" y="202234"/>
                </a:lnTo>
                <a:lnTo>
                  <a:pt x="37363" y="159016"/>
                </a:lnTo>
                <a:lnTo>
                  <a:pt x="44411" y="151968"/>
                </a:lnTo>
                <a:lnTo>
                  <a:pt x="61823" y="151968"/>
                </a:lnTo>
                <a:lnTo>
                  <a:pt x="68872" y="159016"/>
                </a:lnTo>
                <a:lnTo>
                  <a:pt x="68872" y="190017"/>
                </a:lnTo>
                <a:lnTo>
                  <a:pt x="92316" y="209092"/>
                </a:lnTo>
                <a:lnTo>
                  <a:pt x="96285" y="213934"/>
                </a:lnTo>
                <a:lnTo>
                  <a:pt x="98031" y="219717"/>
                </a:lnTo>
                <a:lnTo>
                  <a:pt x="97603" y="224396"/>
                </a:lnTo>
                <a:lnTo>
                  <a:pt x="97481" y="225732"/>
                </a:lnTo>
                <a:lnTo>
                  <a:pt x="94564" y="231267"/>
                </a:lnTo>
                <a:lnTo>
                  <a:pt x="89727" y="235243"/>
                </a:lnTo>
                <a:lnTo>
                  <a:pt x="83943" y="236993"/>
                </a:lnTo>
                <a:close/>
              </a:path>
              <a:path w="372110" h="374014">
                <a:moveTo>
                  <a:pt x="195046" y="206717"/>
                </a:moveTo>
                <a:lnTo>
                  <a:pt x="177533" y="206717"/>
                </a:lnTo>
                <a:lnTo>
                  <a:pt x="170535" y="199707"/>
                </a:lnTo>
                <a:lnTo>
                  <a:pt x="170535" y="159016"/>
                </a:lnTo>
                <a:lnTo>
                  <a:pt x="177584" y="151968"/>
                </a:lnTo>
                <a:lnTo>
                  <a:pt x="194995" y="151968"/>
                </a:lnTo>
                <a:lnTo>
                  <a:pt x="202056" y="159016"/>
                </a:lnTo>
                <a:lnTo>
                  <a:pt x="202056" y="199707"/>
                </a:lnTo>
                <a:lnTo>
                  <a:pt x="195046" y="206717"/>
                </a:lnTo>
                <a:close/>
              </a:path>
              <a:path w="372110" h="374014">
                <a:moveTo>
                  <a:pt x="290326" y="236729"/>
                </a:moveTo>
                <a:lnTo>
                  <a:pt x="284644" y="234950"/>
                </a:lnTo>
                <a:lnTo>
                  <a:pt x="279895" y="231025"/>
                </a:lnTo>
                <a:lnTo>
                  <a:pt x="274485" y="224396"/>
                </a:lnTo>
                <a:lnTo>
                  <a:pt x="275361" y="214655"/>
                </a:lnTo>
                <a:lnTo>
                  <a:pt x="281863" y="209092"/>
                </a:lnTo>
                <a:lnTo>
                  <a:pt x="305282" y="190017"/>
                </a:lnTo>
                <a:lnTo>
                  <a:pt x="305282" y="159016"/>
                </a:lnTo>
                <a:lnTo>
                  <a:pt x="312343" y="151968"/>
                </a:lnTo>
                <a:lnTo>
                  <a:pt x="329755" y="151968"/>
                </a:lnTo>
                <a:lnTo>
                  <a:pt x="336803" y="159016"/>
                </a:lnTo>
                <a:lnTo>
                  <a:pt x="336803" y="202234"/>
                </a:lnTo>
                <a:lnTo>
                  <a:pt x="334683" y="206717"/>
                </a:lnTo>
                <a:lnTo>
                  <a:pt x="301777" y="233527"/>
                </a:lnTo>
                <a:lnTo>
                  <a:pt x="296263" y="236281"/>
                </a:lnTo>
                <a:lnTo>
                  <a:pt x="290326" y="236729"/>
                </a:lnTo>
                <a:close/>
              </a:path>
              <a:path w="372110" h="374014">
                <a:moveTo>
                  <a:pt x="244627" y="272059"/>
                </a:moveTo>
                <a:lnTo>
                  <a:pt x="129578" y="272059"/>
                </a:lnTo>
                <a:lnTo>
                  <a:pt x="132727" y="270484"/>
                </a:lnTo>
                <a:lnTo>
                  <a:pt x="139026" y="264185"/>
                </a:lnTo>
                <a:lnTo>
                  <a:pt x="140601" y="259448"/>
                </a:lnTo>
                <a:lnTo>
                  <a:pt x="140601" y="238963"/>
                </a:lnTo>
                <a:lnTo>
                  <a:pt x="143751" y="232664"/>
                </a:lnTo>
                <a:lnTo>
                  <a:pt x="156362" y="226352"/>
                </a:lnTo>
                <a:lnTo>
                  <a:pt x="162674" y="227926"/>
                </a:lnTo>
                <a:lnTo>
                  <a:pt x="178434" y="243687"/>
                </a:lnTo>
                <a:lnTo>
                  <a:pt x="181584" y="245262"/>
                </a:lnTo>
                <a:lnTo>
                  <a:pt x="232016" y="245262"/>
                </a:lnTo>
                <a:lnTo>
                  <a:pt x="232016" y="261023"/>
                </a:lnTo>
                <a:lnTo>
                  <a:pt x="233591" y="264185"/>
                </a:lnTo>
                <a:lnTo>
                  <a:pt x="239890" y="270484"/>
                </a:lnTo>
                <a:lnTo>
                  <a:pt x="244627" y="272059"/>
                </a:lnTo>
                <a:close/>
              </a:path>
              <a:path w="372110" h="374014">
                <a:moveTo>
                  <a:pt x="232016" y="245262"/>
                </a:moveTo>
                <a:lnTo>
                  <a:pt x="191033" y="245262"/>
                </a:lnTo>
                <a:lnTo>
                  <a:pt x="194195" y="243687"/>
                </a:lnTo>
                <a:lnTo>
                  <a:pt x="209956" y="227926"/>
                </a:lnTo>
                <a:lnTo>
                  <a:pt x="216255" y="226352"/>
                </a:lnTo>
                <a:lnTo>
                  <a:pt x="228866" y="232664"/>
                </a:lnTo>
                <a:lnTo>
                  <a:pt x="232016" y="237388"/>
                </a:lnTo>
                <a:lnTo>
                  <a:pt x="232016" y="245262"/>
                </a:lnTo>
                <a:close/>
              </a:path>
              <a:path w="372110" h="374014">
                <a:moveTo>
                  <a:pt x="131852" y="324688"/>
                </a:moveTo>
                <a:lnTo>
                  <a:pt x="119602" y="324688"/>
                </a:lnTo>
                <a:lnTo>
                  <a:pt x="113042" y="322541"/>
                </a:lnTo>
                <a:lnTo>
                  <a:pt x="113434" y="321348"/>
                </a:lnTo>
                <a:lnTo>
                  <a:pt x="113480" y="321208"/>
                </a:lnTo>
                <a:lnTo>
                  <a:pt x="113563" y="320954"/>
                </a:lnTo>
                <a:lnTo>
                  <a:pt x="113699" y="320103"/>
                </a:lnTo>
                <a:lnTo>
                  <a:pt x="113779" y="312966"/>
                </a:lnTo>
                <a:lnTo>
                  <a:pt x="112204" y="309854"/>
                </a:lnTo>
                <a:lnTo>
                  <a:pt x="96469" y="294132"/>
                </a:lnTo>
                <a:lnTo>
                  <a:pt x="94894" y="287820"/>
                </a:lnTo>
                <a:lnTo>
                  <a:pt x="101206" y="275209"/>
                </a:lnTo>
                <a:lnTo>
                  <a:pt x="105930" y="272059"/>
                </a:lnTo>
                <a:lnTo>
                  <a:pt x="265112" y="272059"/>
                </a:lnTo>
                <a:lnTo>
                  <a:pt x="271411" y="275209"/>
                </a:lnTo>
                <a:lnTo>
                  <a:pt x="277723" y="287820"/>
                </a:lnTo>
                <a:lnTo>
                  <a:pt x="184734" y="287820"/>
                </a:lnTo>
                <a:lnTo>
                  <a:pt x="173018" y="290164"/>
                </a:lnTo>
                <a:lnTo>
                  <a:pt x="163666" y="296468"/>
                </a:lnTo>
                <a:lnTo>
                  <a:pt x="157364" y="305640"/>
                </a:lnTo>
                <a:lnTo>
                  <a:pt x="154800" y="316585"/>
                </a:lnTo>
                <a:lnTo>
                  <a:pt x="145727" y="321348"/>
                </a:lnTo>
                <a:lnTo>
                  <a:pt x="137917" y="323791"/>
                </a:lnTo>
                <a:lnTo>
                  <a:pt x="131852" y="324688"/>
                </a:lnTo>
                <a:close/>
              </a:path>
              <a:path w="372110" h="374014">
                <a:moveTo>
                  <a:pt x="247680" y="324688"/>
                </a:moveTo>
                <a:lnTo>
                  <a:pt x="225330" y="324688"/>
                </a:lnTo>
                <a:lnTo>
                  <a:pt x="214643" y="318922"/>
                </a:lnTo>
                <a:lnTo>
                  <a:pt x="214884" y="312966"/>
                </a:lnTo>
                <a:lnTo>
                  <a:pt x="214972" y="310794"/>
                </a:lnTo>
                <a:lnTo>
                  <a:pt x="211962" y="302882"/>
                </a:lnTo>
                <a:lnTo>
                  <a:pt x="200672" y="291134"/>
                </a:lnTo>
                <a:lnTo>
                  <a:pt x="192874" y="287820"/>
                </a:lnTo>
                <a:lnTo>
                  <a:pt x="277723" y="287820"/>
                </a:lnTo>
                <a:lnTo>
                  <a:pt x="276148" y="294132"/>
                </a:lnTo>
                <a:lnTo>
                  <a:pt x="271411" y="298856"/>
                </a:lnTo>
                <a:lnTo>
                  <a:pt x="260388" y="306730"/>
                </a:lnTo>
                <a:lnTo>
                  <a:pt x="257263" y="309854"/>
                </a:lnTo>
                <a:lnTo>
                  <a:pt x="255695" y="312966"/>
                </a:lnTo>
                <a:lnTo>
                  <a:pt x="255803" y="320103"/>
                </a:lnTo>
                <a:lnTo>
                  <a:pt x="255989" y="320954"/>
                </a:lnTo>
                <a:lnTo>
                  <a:pt x="256044" y="321208"/>
                </a:lnTo>
                <a:lnTo>
                  <a:pt x="247680" y="324688"/>
                </a:lnTo>
                <a:close/>
              </a:path>
              <a:path w="372110" h="374014">
                <a:moveTo>
                  <a:pt x="129984" y="348424"/>
                </a:moveTo>
                <a:lnTo>
                  <a:pt x="618" y="348424"/>
                </a:lnTo>
                <a:lnTo>
                  <a:pt x="19159" y="348043"/>
                </a:lnTo>
                <a:lnTo>
                  <a:pt x="18613" y="348043"/>
                </a:lnTo>
                <a:lnTo>
                  <a:pt x="37080" y="345378"/>
                </a:lnTo>
                <a:lnTo>
                  <a:pt x="55587" y="338142"/>
                </a:lnTo>
                <a:lnTo>
                  <a:pt x="74129" y="324053"/>
                </a:lnTo>
                <a:lnTo>
                  <a:pt x="74850" y="324688"/>
                </a:lnTo>
                <a:lnTo>
                  <a:pt x="92267" y="338142"/>
                </a:lnTo>
                <a:lnTo>
                  <a:pt x="108802" y="345378"/>
                </a:lnTo>
                <a:lnTo>
                  <a:pt x="121939" y="348043"/>
                </a:lnTo>
                <a:lnTo>
                  <a:pt x="129984" y="348424"/>
                </a:lnTo>
                <a:close/>
              </a:path>
              <a:path w="372110" h="374014">
                <a:moveTo>
                  <a:pt x="241884" y="348424"/>
                </a:moveTo>
                <a:lnTo>
                  <a:pt x="129984" y="348424"/>
                </a:lnTo>
                <a:lnTo>
                  <a:pt x="138036" y="348043"/>
                </a:lnTo>
                <a:lnTo>
                  <a:pt x="151174" y="345378"/>
                </a:lnTo>
                <a:lnTo>
                  <a:pt x="167703" y="338142"/>
                </a:lnTo>
                <a:lnTo>
                  <a:pt x="185927" y="324053"/>
                </a:lnTo>
                <a:lnTo>
                  <a:pt x="204159" y="338142"/>
                </a:lnTo>
                <a:lnTo>
                  <a:pt x="220692" y="345378"/>
                </a:lnTo>
                <a:lnTo>
                  <a:pt x="233832" y="348043"/>
                </a:lnTo>
                <a:lnTo>
                  <a:pt x="241884" y="348424"/>
                </a:lnTo>
                <a:close/>
              </a:path>
              <a:path w="372110" h="374014">
                <a:moveTo>
                  <a:pt x="371868" y="373532"/>
                </a:moveTo>
                <a:lnTo>
                  <a:pt x="0" y="373532"/>
                </a:lnTo>
                <a:lnTo>
                  <a:pt x="0" y="348424"/>
                </a:lnTo>
                <a:lnTo>
                  <a:pt x="241884" y="348424"/>
                </a:lnTo>
                <a:lnTo>
                  <a:pt x="249935" y="348043"/>
                </a:lnTo>
                <a:lnTo>
                  <a:pt x="263074" y="345378"/>
                </a:lnTo>
                <a:lnTo>
                  <a:pt x="279603" y="338142"/>
                </a:lnTo>
                <a:lnTo>
                  <a:pt x="297827" y="324053"/>
                </a:lnTo>
                <a:lnTo>
                  <a:pt x="316342" y="338142"/>
                </a:lnTo>
                <a:lnTo>
                  <a:pt x="334852" y="345378"/>
                </a:lnTo>
                <a:lnTo>
                  <a:pt x="353361" y="348043"/>
                </a:lnTo>
                <a:lnTo>
                  <a:pt x="371868" y="348424"/>
                </a:lnTo>
                <a:lnTo>
                  <a:pt x="371868" y="373532"/>
                </a:lnTo>
                <a:close/>
              </a:path>
              <a:path w="372110" h="374014">
                <a:moveTo>
                  <a:pt x="186359" y="130873"/>
                </a:moveTo>
                <a:lnTo>
                  <a:pt x="165765" y="128514"/>
                </a:lnTo>
                <a:lnTo>
                  <a:pt x="149667" y="122402"/>
                </a:lnTo>
                <a:lnTo>
                  <a:pt x="139187" y="113985"/>
                </a:lnTo>
                <a:lnTo>
                  <a:pt x="135445" y="104711"/>
                </a:lnTo>
                <a:lnTo>
                  <a:pt x="135508" y="61036"/>
                </a:lnTo>
                <a:lnTo>
                  <a:pt x="136118" y="60007"/>
                </a:lnTo>
                <a:lnTo>
                  <a:pt x="137147" y="59410"/>
                </a:lnTo>
                <a:lnTo>
                  <a:pt x="138237" y="58813"/>
                </a:lnTo>
                <a:lnTo>
                  <a:pt x="139473" y="58813"/>
                </a:lnTo>
                <a:lnTo>
                  <a:pt x="140550" y="59410"/>
                </a:lnTo>
                <a:lnTo>
                  <a:pt x="151292" y="64695"/>
                </a:lnTo>
                <a:lnTo>
                  <a:pt x="162597" y="68445"/>
                </a:lnTo>
                <a:lnTo>
                  <a:pt x="174310" y="70620"/>
                </a:lnTo>
                <a:lnTo>
                  <a:pt x="174106" y="70620"/>
                </a:lnTo>
                <a:lnTo>
                  <a:pt x="186359" y="71183"/>
                </a:lnTo>
                <a:lnTo>
                  <a:pt x="237124" y="71183"/>
                </a:lnTo>
                <a:lnTo>
                  <a:pt x="237134" y="104711"/>
                </a:lnTo>
                <a:lnTo>
                  <a:pt x="233415" y="114317"/>
                </a:lnTo>
                <a:lnTo>
                  <a:pt x="222986" y="122697"/>
                </a:lnTo>
                <a:lnTo>
                  <a:pt x="207237" y="128514"/>
                </a:lnTo>
                <a:lnTo>
                  <a:pt x="207951" y="128514"/>
                </a:lnTo>
                <a:lnTo>
                  <a:pt x="186359" y="130873"/>
                </a:lnTo>
                <a:close/>
              </a:path>
              <a:path w="372110" h="374014">
                <a:moveTo>
                  <a:pt x="237124" y="71183"/>
                </a:moveTo>
                <a:lnTo>
                  <a:pt x="186359" y="71183"/>
                </a:lnTo>
                <a:lnTo>
                  <a:pt x="198333" y="70620"/>
                </a:lnTo>
                <a:lnTo>
                  <a:pt x="210067" y="68445"/>
                </a:lnTo>
                <a:lnTo>
                  <a:pt x="221396" y="64695"/>
                </a:lnTo>
                <a:lnTo>
                  <a:pt x="232155" y="59410"/>
                </a:lnTo>
                <a:lnTo>
                  <a:pt x="233134" y="58813"/>
                </a:lnTo>
                <a:lnTo>
                  <a:pt x="233794" y="58813"/>
                </a:lnTo>
                <a:lnTo>
                  <a:pt x="237121" y="61595"/>
                </a:lnTo>
                <a:lnTo>
                  <a:pt x="237124" y="71183"/>
                </a:lnTo>
                <a:close/>
              </a:path>
              <a:path w="372110" h="374014">
                <a:moveTo>
                  <a:pt x="321106" y="130860"/>
                </a:moveTo>
                <a:lnTo>
                  <a:pt x="300514" y="128501"/>
                </a:lnTo>
                <a:lnTo>
                  <a:pt x="284421" y="122389"/>
                </a:lnTo>
                <a:lnTo>
                  <a:pt x="273945" y="113972"/>
                </a:lnTo>
                <a:lnTo>
                  <a:pt x="270205" y="104698"/>
                </a:lnTo>
                <a:lnTo>
                  <a:pt x="270304" y="60985"/>
                </a:lnTo>
                <a:lnTo>
                  <a:pt x="271045" y="59918"/>
                </a:lnTo>
                <a:lnTo>
                  <a:pt x="273051" y="58788"/>
                </a:lnTo>
                <a:lnTo>
                  <a:pt x="274151" y="58788"/>
                </a:lnTo>
                <a:lnTo>
                  <a:pt x="275310" y="59423"/>
                </a:lnTo>
                <a:lnTo>
                  <a:pt x="286052" y="64707"/>
                </a:lnTo>
                <a:lnTo>
                  <a:pt x="297355" y="68457"/>
                </a:lnTo>
                <a:lnTo>
                  <a:pt x="309065" y="70633"/>
                </a:lnTo>
                <a:lnTo>
                  <a:pt x="308860" y="70633"/>
                </a:lnTo>
                <a:lnTo>
                  <a:pt x="321106" y="71196"/>
                </a:lnTo>
                <a:lnTo>
                  <a:pt x="371894" y="71196"/>
                </a:lnTo>
                <a:lnTo>
                  <a:pt x="371894" y="104698"/>
                </a:lnTo>
                <a:lnTo>
                  <a:pt x="368175" y="114305"/>
                </a:lnTo>
                <a:lnTo>
                  <a:pt x="357744" y="122685"/>
                </a:lnTo>
                <a:lnTo>
                  <a:pt x="341991" y="128501"/>
                </a:lnTo>
                <a:lnTo>
                  <a:pt x="342705" y="128501"/>
                </a:lnTo>
                <a:lnTo>
                  <a:pt x="321106" y="130860"/>
                </a:lnTo>
                <a:close/>
              </a:path>
              <a:path w="372110" h="374014">
                <a:moveTo>
                  <a:pt x="371894" y="71196"/>
                </a:moveTo>
                <a:lnTo>
                  <a:pt x="321106" y="71196"/>
                </a:lnTo>
                <a:lnTo>
                  <a:pt x="333086" y="70633"/>
                </a:lnTo>
                <a:lnTo>
                  <a:pt x="344820" y="68457"/>
                </a:lnTo>
                <a:lnTo>
                  <a:pt x="356150" y="64707"/>
                </a:lnTo>
                <a:lnTo>
                  <a:pt x="366915" y="59423"/>
                </a:lnTo>
                <a:lnTo>
                  <a:pt x="367947" y="58788"/>
                </a:lnTo>
                <a:lnTo>
                  <a:pt x="369163" y="58788"/>
                </a:lnTo>
                <a:lnTo>
                  <a:pt x="371220" y="59918"/>
                </a:lnTo>
                <a:lnTo>
                  <a:pt x="371868" y="60985"/>
                </a:lnTo>
                <a:lnTo>
                  <a:pt x="371894" y="71196"/>
                </a:lnTo>
                <a:close/>
              </a:path>
              <a:path w="372110" h="374014">
                <a:moveTo>
                  <a:pt x="321106" y="52349"/>
                </a:moveTo>
                <a:lnTo>
                  <a:pt x="300514" y="49990"/>
                </a:lnTo>
                <a:lnTo>
                  <a:pt x="284421" y="43878"/>
                </a:lnTo>
                <a:lnTo>
                  <a:pt x="273945" y="35461"/>
                </a:lnTo>
                <a:lnTo>
                  <a:pt x="270205" y="26187"/>
                </a:lnTo>
                <a:lnTo>
                  <a:pt x="273945" y="16913"/>
                </a:lnTo>
                <a:lnTo>
                  <a:pt x="284421" y="8496"/>
                </a:lnTo>
                <a:lnTo>
                  <a:pt x="300514" y="2384"/>
                </a:lnTo>
                <a:lnTo>
                  <a:pt x="321106" y="25"/>
                </a:lnTo>
                <a:lnTo>
                  <a:pt x="341692" y="2384"/>
                </a:lnTo>
                <a:lnTo>
                  <a:pt x="357744" y="8496"/>
                </a:lnTo>
                <a:lnTo>
                  <a:pt x="368175" y="16913"/>
                </a:lnTo>
                <a:lnTo>
                  <a:pt x="371894" y="26187"/>
                </a:lnTo>
                <a:lnTo>
                  <a:pt x="368175" y="35461"/>
                </a:lnTo>
                <a:lnTo>
                  <a:pt x="357744" y="43878"/>
                </a:lnTo>
                <a:lnTo>
                  <a:pt x="341692" y="49990"/>
                </a:lnTo>
                <a:lnTo>
                  <a:pt x="321106" y="52349"/>
                </a:lnTo>
                <a:close/>
              </a:path>
              <a:path w="372110" h="374014">
                <a:moveTo>
                  <a:pt x="186359" y="52349"/>
                </a:moveTo>
                <a:lnTo>
                  <a:pt x="165765" y="49990"/>
                </a:lnTo>
                <a:lnTo>
                  <a:pt x="149667" y="43878"/>
                </a:lnTo>
                <a:lnTo>
                  <a:pt x="139187" y="35461"/>
                </a:lnTo>
                <a:lnTo>
                  <a:pt x="135445" y="26187"/>
                </a:lnTo>
                <a:lnTo>
                  <a:pt x="139187" y="16913"/>
                </a:lnTo>
                <a:lnTo>
                  <a:pt x="149667" y="8496"/>
                </a:lnTo>
                <a:lnTo>
                  <a:pt x="165765" y="2384"/>
                </a:lnTo>
                <a:lnTo>
                  <a:pt x="186359" y="25"/>
                </a:lnTo>
                <a:lnTo>
                  <a:pt x="206937" y="2384"/>
                </a:lnTo>
                <a:lnTo>
                  <a:pt x="222986" y="8496"/>
                </a:lnTo>
                <a:lnTo>
                  <a:pt x="233415" y="16913"/>
                </a:lnTo>
                <a:lnTo>
                  <a:pt x="237134" y="26187"/>
                </a:lnTo>
                <a:lnTo>
                  <a:pt x="233415" y="35461"/>
                </a:lnTo>
                <a:lnTo>
                  <a:pt x="222986" y="43878"/>
                </a:lnTo>
                <a:lnTo>
                  <a:pt x="206937" y="49990"/>
                </a:lnTo>
                <a:lnTo>
                  <a:pt x="186359" y="52349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37186" y="1606998"/>
            <a:ext cx="379095" cy="379095"/>
          </a:xfrm>
          <a:custGeom>
            <a:avLst/>
            <a:gdLst/>
            <a:ahLst/>
            <a:cxnLst/>
            <a:rect l="l" t="t" r="r" b="b"/>
            <a:pathLst>
              <a:path w="379095" h="379094">
                <a:moveTo>
                  <a:pt x="136448" y="378409"/>
                </a:moveTo>
                <a:lnTo>
                  <a:pt x="124307" y="377190"/>
                </a:lnTo>
                <a:lnTo>
                  <a:pt x="113112" y="372317"/>
                </a:lnTo>
                <a:lnTo>
                  <a:pt x="104127" y="364463"/>
                </a:lnTo>
                <a:lnTo>
                  <a:pt x="97989" y="354420"/>
                </a:lnTo>
                <a:lnTo>
                  <a:pt x="97904" y="354281"/>
                </a:lnTo>
                <a:lnTo>
                  <a:pt x="94995" y="342430"/>
                </a:lnTo>
                <a:lnTo>
                  <a:pt x="94768" y="340461"/>
                </a:lnTo>
                <a:lnTo>
                  <a:pt x="93246" y="338861"/>
                </a:lnTo>
                <a:lnTo>
                  <a:pt x="92865" y="338861"/>
                </a:lnTo>
                <a:lnTo>
                  <a:pt x="91363" y="338645"/>
                </a:lnTo>
                <a:lnTo>
                  <a:pt x="50281" y="318351"/>
                </a:lnTo>
                <a:lnTo>
                  <a:pt x="32077" y="277008"/>
                </a:lnTo>
                <a:lnTo>
                  <a:pt x="31951" y="275709"/>
                </a:lnTo>
                <a:lnTo>
                  <a:pt x="32683" y="262902"/>
                </a:lnTo>
                <a:lnTo>
                  <a:pt x="32810" y="260692"/>
                </a:lnTo>
                <a:lnTo>
                  <a:pt x="37312" y="245656"/>
                </a:lnTo>
                <a:lnTo>
                  <a:pt x="37706" y="244703"/>
                </a:lnTo>
                <a:lnTo>
                  <a:pt x="37616" y="243403"/>
                </a:lnTo>
                <a:lnTo>
                  <a:pt x="37312" y="242658"/>
                </a:lnTo>
                <a:lnTo>
                  <a:pt x="36829" y="241719"/>
                </a:lnTo>
                <a:lnTo>
                  <a:pt x="36055" y="240944"/>
                </a:lnTo>
                <a:lnTo>
                  <a:pt x="35102" y="240461"/>
                </a:lnTo>
                <a:lnTo>
                  <a:pt x="22792" y="233438"/>
                </a:lnTo>
                <a:lnTo>
                  <a:pt x="0" y="189395"/>
                </a:lnTo>
                <a:lnTo>
                  <a:pt x="2511" y="172998"/>
                </a:lnTo>
                <a:lnTo>
                  <a:pt x="9621" y="158408"/>
                </a:lnTo>
                <a:lnTo>
                  <a:pt x="20697" y="146545"/>
                </a:lnTo>
                <a:lnTo>
                  <a:pt x="35102" y="138328"/>
                </a:lnTo>
                <a:lnTo>
                  <a:pt x="36055" y="137845"/>
                </a:lnTo>
                <a:lnTo>
                  <a:pt x="36829" y="137071"/>
                </a:lnTo>
                <a:lnTo>
                  <a:pt x="37320" y="136099"/>
                </a:lnTo>
                <a:lnTo>
                  <a:pt x="37706" y="135166"/>
                </a:lnTo>
                <a:lnTo>
                  <a:pt x="37706" y="134086"/>
                </a:lnTo>
                <a:lnTo>
                  <a:pt x="37312" y="133134"/>
                </a:lnTo>
                <a:lnTo>
                  <a:pt x="32810" y="118096"/>
                </a:lnTo>
                <a:lnTo>
                  <a:pt x="32086" y="105443"/>
                </a:lnTo>
                <a:lnTo>
                  <a:pt x="31996" y="102235"/>
                </a:lnTo>
                <a:lnTo>
                  <a:pt x="34621" y="87381"/>
                </a:lnTo>
                <a:lnTo>
                  <a:pt x="62199" y="50546"/>
                </a:lnTo>
                <a:lnTo>
                  <a:pt x="94190" y="39738"/>
                </a:lnTo>
                <a:lnTo>
                  <a:pt x="93427" y="39738"/>
                </a:lnTo>
                <a:lnTo>
                  <a:pt x="94803" y="38201"/>
                </a:lnTo>
                <a:lnTo>
                  <a:pt x="94995" y="36360"/>
                </a:lnTo>
                <a:lnTo>
                  <a:pt x="97835" y="24379"/>
                </a:lnTo>
                <a:lnTo>
                  <a:pt x="127761" y="0"/>
                </a:lnTo>
                <a:lnTo>
                  <a:pt x="140991" y="0"/>
                </a:lnTo>
                <a:lnTo>
                  <a:pt x="171310" y="25450"/>
                </a:lnTo>
                <a:lnTo>
                  <a:pt x="173342" y="26428"/>
                </a:lnTo>
                <a:lnTo>
                  <a:pt x="281623" y="26428"/>
                </a:lnTo>
                <a:lnTo>
                  <a:pt x="284124" y="36360"/>
                </a:lnTo>
                <a:lnTo>
                  <a:pt x="284276" y="38201"/>
                </a:lnTo>
                <a:lnTo>
                  <a:pt x="285622" y="39738"/>
                </a:lnTo>
                <a:lnTo>
                  <a:pt x="328513" y="60436"/>
                </a:lnTo>
                <a:lnTo>
                  <a:pt x="344371" y="88485"/>
                </a:lnTo>
                <a:lnTo>
                  <a:pt x="244270" y="88485"/>
                </a:lnTo>
                <a:lnTo>
                  <a:pt x="241483" y="89469"/>
                </a:lnTo>
                <a:lnTo>
                  <a:pt x="162417" y="89469"/>
                </a:lnTo>
                <a:lnTo>
                  <a:pt x="153544" y="90919"/>
                </a:lnTo>
                <a:lnTo>
                  <a:pt x="145674" y="95265"/>
                </a:lnTo>
                <a:lnTo>
                  <a:pt x="139598" y="102235"/>
                </a:lnTo>
                <a:lnTo>
                  <a:pt x="138836" y="103314"/>
                </a:lnTo>
                <a:lnTo>
                  <a:pt x="137604" y="103962"/>
                </a:lnTo>
                <a:lnTo>
                  <a:pt x="84543" y="103962"/>
                </a:lnTo>
                <a:lnTo>
                  <a:pt x="79235" y="109258"/>
                </a:lnTo>
                <a:lnTo>
                  <a:pt x="79235" y="122313"/>
                </a:lnTo>
                <a:lnTo>
                  <a:pt x="84531" y="127609"/>
                </a:lnTo>
                <a:lnTo>
                  <a:pt x="137496" y="127609"/>
                </a:lnTo>
                <a:lnTo>
                  <a:pt x="138849" y="128384"/>
                </a:lnTo>
                <a:lnTo>
                  <a:pt x="161975" y="142113"/>
                </a:lnTo>
                <a:lnTo>
                  <a:pt x="236770" y="142113"/>
                </a:lnTo>
                <a:lnTo>
                  <a:pt x="236824" y="182689"/>
                </a:lnTo>
                <a:lnTo>
                  <a:pt x="130454" y="182689"/>
                </a:lnTo>
                <a:lnTo>
                  <a:pt x="121971" y="184093"/>
                </a:lnTo>
                <a:lnTo>
                  <a:pt x="114561" y="188031"/>
                </a:lnTo>
                <a:lnTo>
                  <a:pt x="108764" y="194096"/>
                </a:lnTo>
                <a:lnTo>
                  <a:pt x="105117" y="201879"/>
                </a:lnTo>
                <a:lnTo>
                  <a:pt x="104174" y="210428"/>
                </a:lnTo>
                <a:lnTo>
                  <a:pt x="105960" y="218627"/>
                </a:lnTo>
                <a:lnTo>
                  <a:pt x="110231" y="225850"/>
                </a:lnTo>
                <a:lnTo>
                  <a:pt x="116738" y="231470"/>
                </a:lnTo>
                <a:lnTo>
                  <a:pt x="117707" y="232120"/>
                </a:lnTo>
                <a:lnTo>
                  <a:pt x="118567" y="233438"/>
                </a:lnTo>
                <a:lnTo>
                  <a:pt x="118630" y="282600"/>
                </a:lnTo>
                <a:lnTo>
                  <a:pt x="123926" y="287896"/>
                </a:lnTo>
                <a:lnTo>
                  <a:pt x="345114" y="287896"/>
                </a:lnTo>
                <a:lnTo>
                  <a:pt x="344493" y="291402"/>
                </a:lnTo>
                <a:lnTo>
                  <a:pt x="316907" y="328239"/>
                </a:lnTo>
                <a:lnTo>
                  <a:pt x="285788" y="338861"/>
                </a:lnTo>
                <a:lnTo>
                  <a:pt x="284264" y="340461"/>
                </a:lnTo>
                <a:lnTo>
                  <a:pt x="284124" y="342430"/>
                </a:lnTo>
                <a:lnTo>
                  <a:pt x="281329" y="354281"/>
                </a:lnTo>
                <a:lnTo>
                  <a:pt x="281297" y="354420"/>
                </a:lnTo>
                <a:lnTo>
                  <a:pt x="278442" y="359156"/>
                </a:lnTo>
                <a:lnTo>
                  <a:pt x="169760" y="359156"/>
                </a:lnTo>
                <a:lnTo>
                  <a:pt x="167893" y="359727"/>
                </a:lnTo>
                <a:lnTo>
                  <a:pt x="166865" y="361188"/>
                </a:lnTo>
                <a:lnTo>
                  <a:pt x="158531" y="370105"/>
                </a:lnTo>
                <a:lnTo>
                  <a:pt x="148124" y="375946"/>
                </a:lnTo>
                <a:lnTo>
                  <a:pt x="136448" y="378409"/>
                </a:lnTo>
                <a:close/>
              </a:path>
              <a:path w="379095" h="379094">
                <a:moveTo>
                  <a:pt x="281623" y="26428"/>
                </a:moveTo>
                <a:lnTo>
                  <a:pt x="206082" y="26428"/>
                </a:lnTo>
                <a:lnTo>
                  <a:pt x="208114" y="25450"/>
                </a:lnTo>
                <a:lnTo>
                  <a:pt x="208675" y="23907"/>
                </a:lnTo>
                <a:lnTo>
                  <a:pt x="208787" y="23596"/>
                </a:lnTo>
                <a:lnTo>
                  <a:pt x="216017" y="12613"/>
                </a:lnTo>
                <a:lnTo>
                  <a:pt x="226161" y="4786"/>
                </a:lnTo>
                <a:lnTo>
                  <a:pt x="238277" y="624"/>
                </a:lnTo>
                <a:lnTo>
                  <a:pt x="251390" y="624"/>
                </a:lnTo>
                <a:lnTo>
                  <a:pt x="263841" y="4956"/>
                </a:lnTo>
                <a:lnTo>
                  <a:pt x="273912" y="12877"/>
                </a:lnTo>
                <a:lnTo>
                  <a:pt x="280904" y="23596"/>
                </a:lnTo>
                <a:lnTo>
                  <a:pt x="281623" y="26428"/>
                </a:lnTo>
                <a:close/>
              </a:path>
              <a:path w="379095" h="379094">
                <a:moveTo>
                  <a:pt x="206082" y="26428"/>
                </a:moveTo>
                <a:lnTo>
                  <a:pt x="173342" y="26428"/>
                </a:lnTo>
                <a:lnTo>
                  <a:pt x="175221" y="25793"/>
                </a:lnTo>
                <a:lnTo>
                  <a:pt x="182423" y="24379"/>
                </a:lnTo>
                <a:lnTo>
                  <a:pt x="189718" y="23907"/>
                </a:lnTo>
                <a:lnTo>
                  <a:pt x="197013" y="24379"/>
                </a:lnTo>
                <a:lnTo>
                  <a:pt x="204215" y="25793"/>
                </a:lnTo>
                <a:lnTo>
                  <a:pt x="206082" y="26428"/>
                </a:lnTo>
                <a:close/>
              </a:path>
              <a:path w="379095" h="379094">
                <a:moveTo>
                  <a:pt x="376868" y="201218"/>
                </a:moveTo>
                <a:lnTo>
                  <a:pt x="255193" y="201218"/>
                </a:lnTo>
                <a:lnTo>
                  <a:pt x="260476" y="195922"/>
                </a:lnTo>
                <a:lnTo>
                  <a:pt x="260507" y="172998"/>
                </a:lnTo>
                <a:lnTo>
                  <a:pt x="260629" y="138741"/>
                </a:lnTo>
                <a:lnTo>
                  <a:pt x="261142" y="137845"/>
                </a:lnTo>
                <a:lnTo>
                  <a:pt x="261251" y="137655"/>
                </a:lnTo>
                <a:lnTo>
                  <a:pt x="262369" y="136906"/>
                </a:lnTo>
                <a:lnTo>
                  <a:pt x="267645" y="132698"/>
                </a:lnTo>
                <a:lnTo>
                  <a:pt x="271613" y="127374"/>
                </a:lnTo>
                <a:lnTo>
                  <a:pt x="274111" y="121221"/>
                </a:lnTo>
                <a:lnTo>
                  <a:pt x="274980" y="114528"/>
                </a:lnTo>
                <a:lnTo>
                  <a:pt x="273396" y="105443"/>
                </a:lnTo>
                <a:lnTo>
                  <a:pt x="268936" y="97663"/>
                </a:lnTo>
                <a:lnTo>
                  <a:pt x="262127" y="91825"/>
                </a:lnTo>
                <a:lnTo>
                  <a:pt x="253268" y="88485"/>
                </a:lnTo>
                <a:lnTo>
                  <a:pt x="344371" y="88485"/>
                </a:lnTo>
                <a:lnTo>
                  <a:pt x="346804" y="102235"/>
                </a:lnTo>
                <a:lnTo>
                  <a:pt x="346714" y="105443"/>
                </a:lnTo>
                <a:lnTo>
                  <a:pt x="345992" y="118096"/>
                </a:lnTo>
                <a:lnTo>
                  <a:pt x="341490" y="133134"/>
                </a:lnTo>
                <a:lnTo>
                  <a:pt x="341096" y="134086"/>
                </a:lnTo>
                <a:lnTo>
                  <a:pt x="341096" y="135166"/>
                </a:lnTo>
                <a:lnTo>
                  <a:pt x="343700" y="138328"/>
                </a:lnTo>
                <a:lnTo>
                  <a:pt x="357892" y="146545"/>
                </a:lnTo>
                <a:lnTo>
                  <a:pt x="368953" y="158408"/>
                </a:lnTo>
                <a:lnTo>
                  <a:pt x="376102" y="172998"/>
                </a:lnTo>
                <a:lnTo>
                  <a:pt x="378688" y="189395"/>
                </a:lnTo>
                <a:lnTo>
                  <a:pt x="376868" y="201218"/>
                </a:lnTo>
                <a:close/>
              </a:path>
              <a:path w="379095" h="379094">
                <a:moveTo>
                  <a:pt x="236770" y="142113"/>
                </a:moveTo>
                <a:lnTo>
                  <a:pt x="161975" y="142113"/>
                </a:lnTo>
                <a:lnTo>
                  <a:pt x="171091" y="140554"/>
                </a:lnTo>
                <a:lnTo>
                  <a:pt x="178900" y="136099"/>
                </a:lnTo>
                <a:lnTo>
                  <a:pt x="184759" y="129282"/>
                </a:lnTo>
                <a:lnTo>
                  <a:pt x="188023" y="120637"/>
                </a:lnTo>
                <a:lnTo>
                  <a:pt x="188108" y="111388"/>
                </a:lnTo>
                <a:lnTo>
                  <a:pt x="185110" y="102911"/>
                </a:lnTo>
                <a:lnTo>
                  <a:pt x="179438" y="95934"/>
                </a:lnTo>
                <a:lnTo>
                  <a:pt x="171500" y="91186"/>
                </a:lnTo>
                <a:lnTo>
                  <a:pt x="162417" y="89469"/>
                </a:lnTo>
                <a:lnTo>
                  <a:pt x="241483" y="89469"/>
                </a:lnTo>
                <a:lnTo>
                  <a:pt x="235815" y="91468"/>
                </a:lnTo>
                <a:lnTo>
                  <a:pt x="228847" y="97113"/>
                </a:lnTo>
                <a:lnTo>
                  <a:pt x="224091" y="105016"/>
                </a:lnTo>
                <a:lnTo>
                  <a:pt x="222339" y="114072"/>
                </a:lnTo>
                <a:lnTo>
                  <a:pt x="223646" y="122313"/>
                </a:lnTo>
                <a:lnTo>
                  <a:pt x="223743" y="122928"/>
                </a:lnTo>
                <a:lnTo>
                  <a:pt x="228036" y="130799"/>
                </a:lnTo>
                <a:lnTo>
                  <a:pt x="234949" y="136906"/>
                </a:lnTo>
                <a:lnTo>
                  <a:pt x="236067" y="137655"/>
                </a:lnTo>
                <a:lnTo>
                  <a:pt x="236689" y="138741"/>
                </a:lnTo>
                <a:lnTo>
                  <a:pt x="236770" y="142113"/>
                </a:lnTo>
                <a:close/>
              </a:path>
              <a:path w="379095" h="379094">
                <a:moveTo>
                  <a:pt x="345114" y="287896"/>
                </a:moveTo>
                <a:lnTo>
                  <a:pt x="136982" y="287896"/>
                </a:lnTo>
                <a:lnTo>
                  <a:pt x="142278" y="282600"/>
                </a:lnTo>
                <a:lnTo>
                  <a:pt x="142354" y="233438"/>
                </a:lnTo>
                <a:lnTo>
                  <a:pt x="143201" y="232120"/>
                </a:lnTo>
                <a:lnTo>
                  <a:pt x="144170" y="231470"/>
                </a:lnTo>
                <a:lnTo>
                  <a:pt x="150679" y="225850"/>
                </a:lnTo>
                <a:lnTo>
                  <a:pt x="154952" y="218627"/>
                </a:lnTo>
                <a:lnTo>
                  <a:pt x="156739" y="210428"/>
                </a:lnTo>
                <a:lnTo>
                  <a:pt x="155790" y="201879"/>
                </a:lnTo>
                <a:lnTo>
                  <a:pt x="152146" y="194096"/>
                </a:lnTo>
                <a:lnTo>
                  <a:pt x="146351" y="188031"/>
                </a:lnTo>
                <a:lnTo>
                  <a:pt x="138942" y="184093"/>
                </a:lnTo>
                <a:lnTo>
                  <a:pt x="130454" y="182689"/>
                </a:lnTo>
                <a:lnTo>
                  <a:pt x="236824" y="182689"/>
                </a:lnTo>
                <a:lnTo>
                  <a:pt x="236842" y="195922"/>
                </a:lnTo>
                <a:lnTo>
                  <a:pt x="242125" y="201218"/>
                </a:lnTo>
                <a:lnTo>
                  <a:pt x="376868" y="201218"/>
                </a:lnTo>
                <a:lnTo>
                  <a:pt x="376180" y="205687"/>
                </a:lnTo>
                <a:lnTo>
                  <a:pt x="369157" y="220229"/>
                </a:lnTo>
                <a:lnTo>
                  <a:pt x="360121" y="230060"/>
                </a:lnTo>
                <a:lnTo>
                  <a:pt x="213359" y="230060"/>
                </a:lnTo>
                <a:lnTo>
                  <a:pt x="204105" y="231720"/>
                </a:lnTo>
                <a:lnTo>
                  <a:pt x="196237" y="236358"/>
                </a:lnTo>
                <a:lnTo>
                  <a:pt x="190421" y="243403"/>
                </a:lnTo>
                <a:lnTo>
                  <a:pt x="187324" y="252285"/>
                </a:lnTo>
                <a:lnTo>
                  <a:pt x="187518" y="260692"/>
                </a:lnTo>
                <a:lnTo>
                  <a:pt x="214105" y="282600"/>
                </a:lnTo>
                <a:lnTo>
                  <a:pt x="346051" y="282600"/>
                </a:lnTo>
                <a:lnTo>
                  <a:pt x="345114" y="287896"/>
                </a:lnTo>
                <a:close/>
              </a:path>
              <a:path w="379095" h="379094">
                <a:moveTo>
                  <a:pt x="346051" y="282600"/>
                </a:moveTo>
                <a:lnTo>
                  <a:pt x="214874" y="282600"/>
                </a:lnTo>
                <a:lnTo>
                  <a:pt x="223499" y="280644"/>
                </a:lnTo>
                <a:lnTo>
                  <a:pt x="231185" y="275709"/>
                </a:lnTo>
                <a:lnTo>
                  <a:pt x="236842" y="268198"/>
                </a:lnTo>
                <a:lnTo>
                  <a:pt x="290652" y="268198"/>
                </a:lnTo>
                <a:lnTo>
                  <a:pt x="295935" y="262902"/>
                </a:lnTo>
                <a:lnTo>
                  <a:pt x="295935" y="249847"/>
                </a:lnTo>
                <a:lnTo>
                  <a:pt x="290652" y="244551"/>
                </a:lnTo>
                <a:lnTo>
                  <a:pt x="236842" y="244551"/>
                </a:lnTo>
                <a:lnTo>
                  <a:pt x="232683" y="238543"/>
                </a:lnTo>
                <a:lnTo>
                  <a:pt x="227149" y="233981"/>
                </a:lnTo>
                <a:lnTo>
                  <a:pt x="220590" y="231081"/>
                </a:lnTo>
                <a:lnTo>
                  <a:pt x="213359" y="230060"/>
                </a:lnTo>
                <a:lnTo>
                  <a:pt x="360121" y="230060"/>
                </a:lnTo>
                <a:lnTo>
                  <a:pt x="358228" y="232120"/>
                </a:lnTo>
                <a:lnTo>
                  <a:pt x="344004" y="240461"/>
                </a:lnTo>
                <a:lnTo>
                  <a:pt x="343065" y="240944"/>
                </a:lnTo>
                <a:lnTo>
                  <a:pt x="342290" y="241719"/>
                </a:lnTo>
                <a:lnTo>
                  <a:pt x="341807" y="242658"/>
                </a:lnTo>
                <a:lnTo>
                  <a:pt x="341504" y="243403"/>
                </a:lnTo>
                <a:lnTo>
                  <a:pt x="341414" y="244703"/>
                </a:lnTo>
                <a:lnTo>
                  <a:pt x="341807" y="245656"/>
                </a:lnTo>
                <a:lnTo>
                  <a:pt x="346309" y="260692"/>
                </a:lnTo>
                <a:lnTo>
                  <a:pt x="347167" y="275709"/>
                </a:lnTo>
                <a:lnTo>
                  <a:pt x="347187" y="276072"/>
                </a:lnTo>
                <a:lnTo>
                  <a:pt x="347041" y="277008"/>
                </a:lnTo>
                <a:lnTo>
                  <a:pt x="346051" y="282600"/>
                </a:lnTo>
                <a:close/>
              </a:path>
              <a:path w="379095" h="379094">
                <a:moveTo>
                  <a:pt x="189396" y="362718"/>
                </a:moveTo>
                <a:lnTo>
                  <a:pt x="180324" y="361980"/>
                </a:lnTo>
                <a:lnTo>
                  <a:pt x="171332" y="359727"/>
                </a:lnTo>
                <a:lnTo>
                  <a:pt x="169760" y="359156"/>
                </a:lnTo>
                <a:lnTo>
                  <a:pt x="209041" y="359156"/>
                </a:lnTo>
                <a:lnTo>
                  <a:pt x="207470" y="359727"/>
                </a:lnTo>
                <a:lnTo>
                  <a:pt x="198471" y="361980"/>
                </a:lnTo>
                <a:lnTo>
                  <a:pt x="189396" y="362718"/>
                </a:lnTo>
                <a:close/>
              </a:path>
              <a:path w="379095" h="379094">
                <a:moveTo>
                  <a:pt x="242469" y="378822"/>
                </a:moveTo>
                <a:lnTo>
                  <a:pt x="230698" y="376272"/>
                </a:lnTo>
                <a:lnTo>
                  <a:pt x="220246" y="370288"/>
                </a:lnTo>
                <a:lnTo>
                  <a:pt x="211937" y="361188"/>
                </a:lnTo>
                <a:lnTo>
                  <a:pt x="210908" y="359727"/>
                </a:lnTo>
                <a:lnTo>
                  <a:pt x="209041" y="359156"/>
                </a:lnTo>
                <a:lnTo>
                  <a:pt x="278442" y="359156"/>
                </a:lnTo>
                <a:lnTo>
                  <a:pt x="275078" y="364736"/>
                </a:lnTo>
                <a:lnTo>
                  <a:pt x="266036" y="372696"/>
                </a:lnTo>
                <a:lnTo>
                  <a:pt x="254736" y="377621"/>
                </a:lnTo>
                <a:lnTo>
                  <a:pt x="242469" y="378822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43715" y="1619467"/>
            <a:ext cx="370840" cy="354330"/>
          </a:xfrm>
          <a:custGeom>
            <a:avLst/>
            <a:gdLst/>
            <a:ahLst/>
            <a:cxnLst/>
            <a:rect l="l" t="t" r="r" b="b"/>
            <a:pathLst>
              <a:path w="370839" h="354330">
                <a:moveTo>
                  <a:pt x="275779" y="165102"/>
                </a:moveTo>
                <a:lnTo>
                  <a:pt x="244271" y="165102"/>
                </a:lnTo>
                <a:lnTo>
                  <a:pt x="244271" y="70538"/>
                </a:lnTo>
                <a:lnTo>
                  <a:pt x="273171" y="26983"/>
                </a:lnTo>
                <a:lnTo>
                  <a:pt x="291540" y="23256"/>
                </a:lnTo>
                <a:lnTo>
                  <a:pt x="294829" y="23256"/>
                </a:lnTo>
                <a:lnTo>
                  <a:pt x="302306" y="11945"/>
                </a:lnTo>
                <a:lnTo>
                  <a:pt x="312855" y="4012"/>
                </a:lnTo>
                <a:lnTo>
                  <a:pt x="325431" y="0"/>
                </a:lnTo>
                <a:lnTo>
                  <a:pt x="338987" y="447"/>
                </a:lnTo>
                <a:lnTo>
                  <a:pt x="351591" y="5457"/>
                </a:lnTo>
                <a:lnTo>
                  <a:pt x="361514" y="14164"/>
                </a:lnTo>
                <a:lnTo>
                  <a:pt x="368012" y="25655"/>
                </a:lnTo>
                <a:lnTo>
                  <a:pt x="370344" y="39017"/>
                </a:lnTo>
                <a:lnTo>
                  <a:pt x="368049" y="52167"/>
                </a:lnTo>
                <a:lnTo>
                  <a:pt x="368012" y="52378"/>
                </a:lnTo>
                <a:lnTo>
                  <a:pt x="366655" y="54777"/>
                </a:lnTo>
                <a:lnTo>
                  <a:pt x="282904" y="54777"/>
                </a:lnTo>
                <a:lnTo>
                  <a:pt x="275779" y="61902"/>
                </a:lnTo>
                <a:lnTo>
                  <a:pt x="275779" y="165102"/>
                </a:lnTo>
                <a:close/>
              </a:path>
              <a:path w="370839" h="354330">
                <a:moveTo>
                  <a:pt x="132917" y="236451"/>
                </a:moveTo>
                <a:lnTo>
                  <a:pt x="130161" y="236146"/>
                </a:lnTo>
                <a:lnTo>
                  <a:pt x="125831" y="233225"/>
                </a:lnTo>
                <a:lnTo>
                  <a:pt x="124535" y="230774"/>
                </a:lnTo>
                <a:lnTo>
                  <a:pt x="124535" y="180787"/>
                </a:lnTo>
                <a:lnTo>
                  <a:pt x="82943" y="110810"/>
                </a:lnTo>
                <a:lnTo>
                  <a:pt x="77879" y="104726"/>
                </a:lnTo>
                <a:lnTo>
                  <a:pt x="75309" y="97780"/>
                </a:lnTo>
                <a:lnTo>
                  <a:pt x="75218" y="88978"/>
                </a:lnTo>
                <a:lnTo>
                  <a:pt x="77357" y="78036"/>
                </a:lnTo>
                <a:lnTo>
                  <a:pt x="112819" y="49218"/>
                </a:lnTo>
                <a:lnTo>
                  <a:pt x="152196" y="43131"/>
                </a:lnTo>
                <a:lnTo>
                  <a:pt x="166094" y="43830"/>
                </a:lnTo>
                <a:lnTo>
                  <a:pt x="212148" y="59571"/>
                </a:lnTo>
                <a:lnTo>
                  <a:pt x="225193" y="74653"/>
                </a:lnTo>
                <a:lnTo>
                  <a:pt x="152196" y="74653"/>
                </a:lnTo>
                <a:lnTo>
                  <a:pt x="141375" y="75199"/>
                </a:lnTo>
                <a:lnTo>
                  <a:pt x="106679" y="89550"/>
                </a:lnTo>
                <a:lnTo>
                  <a:pt x="106869" y="90109"/>
                </a:lnTo>
                <a:lnTo>
                  <a:pt x="152196" y="104447"/>
                </a:lnTo>
                <a:lnTo>
                  <a:pt x="226371" y="104447"/>
                </a:lnTo>
                <a:lnTo>
                  <a:pt x="226249" y="104726"/>
                </a:lnTo>
                <a:lnTo>
                  <a:pt x="221728" y="110441"/>
                </a:lnTo>
                <a:lnTo>
                  <a:pt x="179425" y="180787"/>
                </a:lnTo>
                <a:lnTo>
                  <a:pt x="179425" y="212245"/>
                </a:lnTo>
                <a:lnTo>
                  <a:pt x="179894" y="215509"/>
                </a:lnTo>
                <a:lnTo>
                  <a:pt x="177926" y="218455"/>
                </a:lnTo>
                <a:lnTo>
                  <a:pt x="132917" y="236451"/>
                </a:lnTo>
                <a:close/>
              </a:path>
              <a:path w="370839" h="354330">
                <a:moveTo>
                  <a:pt x="325431" y="78036"/>
                </a:moveTo>
                <a:lnTo>
                  <a:pt x="312855" y="74026"/>
                </a:lnTo>
                <a:lnTo>
                  <a:pt x="302306" y="66094"/>
                </a:lnTo>
                <a:lnTo>
                  <a:pt x="294829" y="54777"/>
                </a:lnTo>
                <a:lnTo>
                  <a:pt x="366655" y="54777"/>
                </a:lnTo>
                <a:lnTo>
                  <a:pt x="361514" y="63869"/>
                </a:lnTo>
                <a:lnTo>
                  <a:pt x="351591" y="72576"/>
                </a:lnTo>
                <a:lnTo>
                  <a:pt x="338987" y="77587"/>
                </a:lnTo>
                <a:lnTo>
                  <a:pt x="325431" y="78036"/>
                </a:lnTo>
                <a:close/>
              </a:path>
              <a:path w="370839" h="354330">
                <a:moveTo>
                  <a:pt x="226371" y="104447"/>
                </a:moveTo>
                <a:lnTo>
                  <a:pt x="152196" y="104447"/>
                </a:lnTo>
                <a:lnTo>
                  <a:pt x="163009" y="103901"/>
                </a:lnTo>
                <a:lnTo>
                  <a:pt x="172798" y="102380"/>
                </a:lnTo>
                <a:lnTo>
                  <a:pt x="197713" y="89550"/>
                </a:lnTo>
                <a:lnTo>
                  <a:pt x="197522" y="88978"/>
                </a:lnTo>
                <a:lnTo>
                  <a:pt x="152196" y="74653"/>
                </a:lnTo>
                <a:lnTo>
                  <a:pt x="225193" y="74653"/>
                </a:lnTo>
                <a:lnTo>
                  <a:pt x="226899" y="77409"/>
                </a:lnTo>
                <a:lnTo>
                  <a:pt x="229160" y="88978"/>
                </a:lnTo>
                <a:lnTo>
                  <a:pt x="229272" y="97780"/>
                </a:lnTo>
                <a:lnTo>
                  <a:pt x="226371" y="104447"/>
                </a:lnTo>
                <a:close/>
              </a:path>
              <a:path w="370839" h="354330">
                <a:moveTo>
                  <a:pt x="44897" y="219882"/>
                </a:moveTo>
                <a:lnTo>
                  <a:pt x="8816" y="205715"/>
                </a:lnTo>
                <a:lnTo>
                  <a:pt x="0" y="180787"/>
                </a:lnTo>
                <a:lnTo>
                  <a:pt x="2317" y="167502"/>
                </a:lnTo>
                <a:lnTo>
                  <a:pt x="8816" y="156011"/>
                </a:lnTo>
                <a:lnTo>
                  <a:pt x="18739" y="147303"/>
                </a:lnTo>
                <a:lnTo>
                  <a:pt x="31343" y="142293"/>
                </a:lnTo>
                <a:lnTo>
                  <a:pt x="44897" y="141846"/>
                </a:lnTo>
                <a:lnTo>
                  <a:pt x="57470" y="145859"/>
                </a:lnTo>
                <a:lnTo>
                  <a:pt x="68019" y="153791"/>
                </a:lnTo>
                <a:lnTo>
                  <a:pt x="75500" y="165102"/>
                </a:lnTo>
                <a:lnTo>
                  <a:pt x="87718" y="165102"/>
                </a:lnTo>
                <a:lnTo>
                  <a:pt x="100842" y="187200"/>
                </a:lnTo>
                <a:lnTo>
                  <a:pt x="100888" y="196624"/>
                </a:lnTo>
                <a:lnTo>
                  <a:pt x="75500" y="196624"/>
                </a:lnTo>
                <a:lnTo>
                  <a:pt x="68019" y="207940"/>
                </a:lnTo>
                <a:lnTo>
                  <a:pt x="57470" y="215872"/>
                </a:lnTo>
                <a:lnTo>
                  <a:pt x="44897" y="219882"/>
                </a:lnTo>
                <a:close/>
              </a:path>
              <a:path w="370839" h="354330">
                <a:moveTo>
                  <a:pt x="325431" y="219882"/>
                </a:moveTo>
                <a:lnTo>
                  <a:pt x="312855" y="215872"/>
                </a:lnTo>
                <a:lnTo>
                  <a:pt x="302306" y="207940"/>
                </a:lnTo>
                <a:lnTo>
                  <a:pt x="294829" y="196624"/>
                </a:lnTo>
                <a:lnTo>
                  <a:pt x="203288" y="196624"/>
                </a:lnTo>
                <a:lnTo>
                  <a:pt x="203288" y="187200"/>
                </a:lnTo>
                <a:lnTo>
                  <a:pt x="216445" y="165102"/>
                </a:lnTo>
                <a:lnTo>
                  <a:pt x="294829" y="165102"/>
                </a:lnTo>
                <a:lnTo>
                  <a:pt x="302306" y="153791"/>
                </a:lnTo>
                <a:lnTo>
                  <a:pt x="312855" y="145859"/>
                </a:lnTo>
                <a:lnTo>
                  <a:pt x="325431" y="141846"/>
                </a:lnTo>
                <a:lnTo>
                  <a:pt x="338987" y="142293"/>
                </a:lnTo>
                <a:lnTo>
                  <a:pt x="351591" y="147303"/>
                </a:lnTo>
                <a:lnTo>
                  <a:pt x="361514" y="156011"/>
                </a:lnTo>
                <a:lnTo>
                  <a:pt x="368012" y="167502"/>
                </a:lnTo>
                <a:lnTo>
                  <a:pt x="370330" y="180787"/>
                </a:lnTo>
                <a:lnTo>
                  <a:pt x="369238" y="187200"/>
                </a:lnTo>
                <a:lnTo>
                  <a:pt x="368012" y="194224"/>
                </a:lnTo>
                <a:lnTo>
                  <a:pt x="361514" y="205715"/>
                </a:lnTo>
                <a:lnTo>
                  <a:pt x="351591" y="214423"/>
                </a:lnTo>
                <a:lnTo>
                  <a:pt x="338987" y="219433"/>
                </a:lnTo>
                <a:lnTo>
                  <a:pt x="325431" y="219882"/>
                </a:lnTo>
                <a:close/>
              </a:path>
              <a:path w="370839" h="354330">
                <a:moveTo>
                  <a:pt x="325431" y="353847"/>
                </a:moveTo>
                <a:lnTo>
                  <a:pt x="312855" y="349836"/>
                </a:lnTo>
                <a:lnTo>
                  <a:pt x="302306" y="341902"/>
                </a:lnTo>
                <a:lnTo>
                  <a:pt x="294829" y="330583"/>
                </a:lnTo>
                <a:lnTo>
                  <a:pt x="291540" y="330583"/>
                </a:lnTo>
                <a:lnTo>
                  <a:pt x="273171" y="326858"/>
                </a:lnTo>
                <a:lnTo>
                  <a:pt x="258142" y="316710"/>
                </a:lnTo>
                <a:lnTo>
                  <a:pt x="247995" y="301678"/>
                </a:lnTo>
                <a:lnTo>
                  <a:pt x="244271" y="283301"/>
                </a:lnTo>
                <a:lnTo>
                  <a:pt x="244271" y="196624"/>
                </a:lnTo>
                <a:lnTo>
                  <a:pt x="275779" y="196624"/>
                </a:lnTo>
                <a:lnTo>
                  <a:pt x="275779" y="291950"/>
                </a:lnTo>
                <a:lnTo>
                  <a:pt x="282904" y="299062"/>
                </a:lnTo>
                <a:lnTo>
                  <a:pt x="366654" y="299062"/>
                </a:lnTo>
                <a:lnTo>
                  <a:pt x="368012" y="301463"/>
                </a:lnTo>
                <a:lnTo>
                  <a:pt x="370344" y="314823"/>
                </a:lnTo>
                <a:lnTo>
                  <a:pt x="368012" y="328189"/>
                </a:lnTo>
                <a:lnTo>
                  <a:pt x="361514" y="339680"/>
                </a:lnTo>
                <a:lnTo>
                  <a:pt x="351591" y="348384"/>
                </a:lnTo>
                <a:lnTo>
                  <a:pt x="338987" y="353392"/>
                </a:lnTo>
                <a:lnTo>
                  <a:pt x="325431" y="353847"/>
                </a:lnTo>
                <a:close/>
              </a:path>
              <a:path w="370839" h="354330">
                <a:moveTo>
                  <a:pt x="366654" y="299062"/>
                </a:moveTo>
                <a:lnTo>
                  <a:pt x="294829" y="299062"/>
                </a:lnTo>
                <a:lnTo>
                  <a:pt x="302306" y="287751"/>
                </a:lnTo>
                <a:lnTo>
                  <a:pt x="312855" y="279818"/>
                </a:lnTo>
                <a:lnTo>
                  <a:pt x="325431" y="275805"/>
                </a:lnTo>
                <a:lnTo>
                  <a:pt x="338987" y="276253"/>
                </a:lnTo>
                <a:lnTo>
                  <a:pt x="351591" y="281268"/>
                </a:lnTo>
                <a:lnTo>
                  <a:pt x="361514" y="289975"/>
                </a:lnTo>
                <a:lnTo>
                  <a:pt x="366654" y="299062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61015" y="4147311"/>
            <a:ext cx="378460" cy="378460"/>
          </a:xfrm>
          <a:custGeom>
            <a:avLst/>
            <a:gdLst/>
            <a:ahLst/>
            <a:cxnLst/>
            <a:rect l="l" t="t" r="r" b="b"/>
            <a:pathLst>
              <a:path w="378460" h="378460">
                <a:moveTo>
                  <a:pt x="331914" y="378256"/>
                </a:moveTo>
                <a:lnTo>
                  <a:pt x="46329" y="378256"/>
                </a:lnTo>
                <a:lnTo>
                  <a:pt x="28294" y="374614"/>
                </a:lnTo>
                <a:lnTo>
                  <a:pt x="13568" y="364682"/>
                </a:lnTo>
                <a:lnTo>
                  <a:pt x="3640" y="349951"/>
                </a:lnTo>
                <a:lnTo>
                  <a:pt x="0" y="331914"/>
                </a:lnTo>
                <a:lnTo>
                  <a:pt x="0" y="46329"/>
                </a:lnTo>
                <a:lnTo>
                  <a:pt x="3640" y="28294"/>
                </a:lnTo>
                <a:lnTo>
                  <a:pt x="13568" y="13568"/>
                </a:lnTo>
                <a:lnTo>
                  <a:pt x="28294" y="3640"/>
                </a:lnTo>
                <a:lnTo>
                  <a:pt x="46329" y="0"/>
                </a:lnTo>
                <a:lnTo>
                  <a:pt x="331914" y="0"/>
                </a:lnTo>
                <a:lnTo>
                  <a:pt x="349951" y="3640"/>
                </a:lnTo>
                <a:lnTo>
                  <a:pt x="364682" y="13568"/>
                </a:lnTo>
                <a:lnTo>
                  <a:pt x="374614" y="28294"/>
                </a:lnTo>
                <a:lnTo>
                  <a:pt x="375076" y="30581"/>
                </a:lnTo>
                <a:lnTo>
                  <a:pt x="62217" y="30581"/>
                </a:lnTo>
                <a:lnTo>
                  <a:pt x="55156" y="37630"/>
                </a:lnTo>
                <a:lnTo>
                  <a:pt x="55156" y="55041"/>
                </a:lnTo>
                <a:lnTo>
                  <a:pt x="62217" y="62090"/>
                </a:lnTo>
                <a:lnTo>
                  <a:pt x="378256" y="62090"/>
                </a:lnTo>
                <a:lnTo>
                  <a:pt x="378256" y="88734"/>
                </a:lnTo>
                <a:lnTo>
                  <a:pt x="37630" y="88734"/>
                </a:lnTo>
                <a:lnTo>
                  <a:pt x="30581" y="95783"/>
                </a:lnTo>
                <a:lnTo>
                  <a:pt x="30581" y="339674"/>
                </a:lnTo>
                <a:lnTo>
                  <a:pt x="37630" y="346735"/>
                </a:lnTo>
                <a:lnTo>
                  <a:pt x="375263" y="346735"/>
                </a:lnTo>
                <a:lnTo>
                  <a:pt x="374614" y="349951"/>
                </a:lnTo>
                <a:lnTo>
                  <a:pt x="364682" y="364682"/>
                </a:lnTo>
                <a:lnTo>
                  <a:pt x="349951" y="374614"/>
                </a:lnTo>
                <a:lnTo>
                  <a:pt x="331914" y="378256"/>
                </a:lnTo>
                <a:close/>
              </a:path>
              <a:path w="378460" h="378460">
                <a:moveTo>
                  <a:pt x="117386" y="62090"/>
                </a:moveTo>
                <a:lnTo>
                  <a:pt x="79629" y="62090"/>
                </a:lnTo>
                <a:lnTo>
                  <a:pt x="86677" y="55041"/>
                </a:lnTo>
                <a:lnTo>
                  <a:pt x="86677" y="37630"/>
                </a:lnTo>
                <a:lnTo>
                  <a:pt x="79629" y="30581"/>
                </a:lnTo>
                <a:lnTo>
                  <a:pt x="117386" y="30581"/>
                </a:lnTo>
                <a:lnTo>
                  <a:pt x="110324" y="37630"/>
                </a:lnTo>
                <a:lnTo>
                  <a:pt x="110324" y="55041"/>
                </a:lnTo>
                <a:lnTo>
                  <a:pt x="117386" y="62090"/>
                </a:lnTo>
                <a:close/>
              </a:path>
              <a:path w="378460" h="378460">
                <a:moveTo>
                  <a:pt x="172542" y="62090"/>
                </a:moveTo>
                <a:lnTo>
                  <a:pt x="134785" y="62090"/>
                </a:lnTo>
                <a:lnTo>
                  <a:pt x="141846" y="55041"/>
                </a:lnTo>
                <a:lnTo>
                  <a:pt x="141846" y="37630"/>
                </a:lnTo>
                <a:lnTo>
                  <a:pt x="134785" y="30581"/>
                </a:lnTo>
                <a:lnTo>
                  <a:pt x="172542" y="30581"/>
                </a:lnTo>
                <a:lnTo>
                  <a:pt x="165481" y="37630"/>
                </a:lnTo>
                <a:lnTo>
                  <a:pt x="165481" y="55041"/>
                </a:lnTo>
                <a:lnTo>
                  <a:pt x="172542" y="62090"/>
                </a:lnTo>
                <a:close/>
              </a:path>
              <a:path w="378460" h="378460">
                <a:moveTo>
                  <a:pt x="378256" y="62090"/>
                </a:moveTo>
                <a:lnTo>
                  <a:pt x="189953" y="62090"/>
                </a:lnTo>
                <a:lnTo>
                  <a:pt x="197002" y="55041"/>
                </a:lnTo>
                <a:lnTo>
                  <a:pt x="197002" y="37630"/>
                </a:lnTo>
                <a:lnTo>
                  <a:pt x="189953" y="30581"/>
                </a:lnTo>
                <a:lnTo>
                  <a:pt x="375076" y="30581"/>
                </a:lnTo>
                <a:lnTo>
                  <a:pt x="378256" y="46329"/>
                </a:lnTo>
                <a:lnTo>
                  <a:pt x="378256" y="62090"/>
                </a:lnTo>
                <a:close/>
              </a:path>
              <a:path w="378460" h="378460">
                <a:moveTo>
                  <a:pt x="375263" y="346735"/>
                </a:moveTo>
                <a:lnTo>
                  <a:pt x="331914" y="346735"/>
                </a:lnTo>
                <a:lnTo>
                  <a:pt x="339902" y="346265"/>
                </a:lnTo>
                <a:lnTo>
                  <a:pt x="346265" y="339902"/>
                </a:lnTo>
                <a:lnTo>
                  <a:pt x="346735" y="331914"/>
                </a:lnTo>
                <a:lnTo>
                  <a:pt x="346735" y="95783"/>
                </a:lnTo>
                <a:lnTo>
                  <a:pt x="339674" y="88734"/>
                </a:lnTo>
                <a:lnTo>
                  <a:pt x="378256" y="88734"/>
                </a:lnTo>
                <a:lnTo>
                  <a:pt x="378256" y="331914"/>
                </a:lnTo>
                <a:lnTo>
                  <a:pt x="375358" y="346265"/>
                </a:lnTo>
                <a:lnTo>
                  <a:pt x="375263" y="346735"/>
                </a:lnTo>
                <a:close/>
              </a:path>
              <a:path w="378460" h="378460">
                <a:moveTo>
                  <a:pt x="192201" y="196850"/>
                </a:moveTo>
                <a:lnTo>
                  <a:pt x="186042" y="196850"/>
                </a:lnTo>
                <a:lnTo>
                  <a:pt x="183095" y="195618"/>
                </a:lnTo>
                <a:lnTo>
                  <a:pt x="178777" y="191236"/>
                </a:lnTo>
                <a:lnTo>
                  <a:pt x="177584" y="188264"/>
                </a:lnTo>
                <a:lnTo>
                  <a:pt x="177622" y="147307"/>
                </a:lnTo>
                <a:lnTo>
                  <a:pt x="182765" y="142163"/>
                </a:lnTo>
                <a:lnTo>
                  <a:pt x="195478" y="142163"/>
                </a:lnTo>
                <a:lnTo>
                  <a:pt x="200634" y="147307"/>
                </a:lnTo>
                <a:lnTo>
                  <a:pt x="200672" y="188264"/>
                </a:lnTo>
                <a:lnTo>
                  <a:pt x="199478" y="191236"/>
                </a:lnTo>
                <a:lnTo>
                  <a:pt x="195160" y="195618"/>
                </a:lnTo>
                <a:lnTo>
                  <a:pt x="192201" y="196850"/>
                </a:lnTo>
                <a:close/>
              </a:path>
              <a:path w="378460" h="378460">
                <a:moveTo>
                  <a:pt x="145300" y="209245"/>
                </a:moveTo>
                <a:lnTo>
                  <a:pt x="139153" y="209245"/>
                </a:lnTo>
                <a:lnTo>
                  <a:pt x="135382" y="207022"/>
                </a:lnTo>
                <a:lnTo>
                  <a:pt x="133337" y="203466"/>
                </a:lnTo>
                <a:lnTo>
                  <a:pt x="117576" y="176669"/>
                </a:lnTo>
                <a:lnTo>
                  <a:pt x="115976" y="174053"/>
                </a:lnTo>
                <a:lnTo>
                  <a:pt x="115519" y="170903"/>
                </a:lnTo>
                <a:lnTo>
                  <a:pt x="117000" y="165176"/>
                </a:lnTo>
                <a:lnTo>
                  <a:pt x="117055" y="164960"/>
                </a:lnTo>
                <a:lnTo>
                  <a:pt x="118999" y="162433"/>
                </a:lnTo>
                <a:lnTo>
                  <a:pt x="121665" y="160909"/>
                </a:lnTo>
                <a:lnTo>
                  <a:pt x="127203" y="157810"/>
                </a:lnTo>
                <a:lnTo>
                  <a:pt x="134213" y="159702"/>
                </a:lnTo>
                <a:lnTo>
                  <a:pt x="137299" y="164960"/>
                </a:lnTo>
                <a:lnTo>
                  <a:pt x="153352" y="191960"/>
                </a:lnTo>
                <a:lnTo>
                  <a:pt x="156375" y="197510"/>
                </a:lnTo>
                <a:lnTo>
                  <a:pt x="154495" y="204444"/>
                </a:lnTo>
                <a:lnTo>
                  <a:pt x="149097" y="207721"/>
                </a:lnTo>
                <a:lnTo>
                  <a:pt x="147307" y="208699"/>
                </a:lnTo>
                <a:lnTo>
                  <a:pt x="145300" y="209245"/>
                </a:lnTo>
                <a:close/>
              </a:path>
              <a:path w="378460" h="378460">
                <a:moveTo>
                  <a:pt x="177888" y="291515"/>
                </a:moveTo>
                <a:lnTo>
                  <a:pt x="173697" y="290753"/>
                </a:lnTo>
                <a:lnTo>
                  <a:pt x="167386" y="285762"/>
                </a:lnTo>
                <a:lnTo>
                  <a:pt x="165843" y="282254"/>
                </a:lnTo>
                <a:lnTo>
                  <a:pt x="165781" y="280352"/>
                </a:lnTo>
                <a:lnTo>
                  <a:pt x="165963" y="277863"/>
                </a:lnTo>
                <a:lnTo>
                  <a:pt x="165963" y="270129"/>
                </a:lnTo>
                <a:lnTo>
                  <a:pt x="244131" y="176669"/>
                </a:lnTo>
                <a:lnTo>
                  <a:pt x="244195" y="175475"/>
                </a:lnTo>
                <a:lnTo>
                  <a:pt x="245136" y="174383"/>
                </a:lnTo>
                <a:lnTo>
                  <a:pt x="247065" y="174383"/>
                </a:lnTo>
                <a:lnTo>
                  <a:pt x="247980" y="175158"/>
                </a:lnTo>
                <a:lnTo>
                  <a:pt x="248069" y="176199"/>
                </a:lnTo>
                <a:lnTo>
                  <a:pt x="248577" y="176911"/>
                </a:lnTo>
                <a:lnTo>
                  <a:pt x="248577" y="177863"/>
                </a:lnTo>
                <a:lnTo>
                  <a:pt x="248069" y="178561"/>
                </a:lnTo>
                <a:lnTo>
                  <a:pt x="210870" y="271233"/>
                </a:lnTo>
                <a:lnTo>
                  <a:pt x="181724" y="290309"/>
                </a:lnTo>
                <a:lnTo>
                  <a:pt x="177888" y="291515"/>
                </a:lnTo>
                <a:close/>
              </a:path>
              <a:path w="378460" h="378460">
                <a:moveTo>
                  <a:pt x="113266" y="243065"/>
                </a:moveTo>
                <a:lnTo>
                  <a:pt x="106341" y="243065"/>
                </a:lnTo>
                <a:lnTo>
                  <a:pt x="104838" y="242658"/>
                </a:lnTo>
                <a:lnTo>
                  <a:pt x="76441" y="225844"/>
                </a:lnTo>
                <a:lnTo>
                  <a:pt x="70916" y="222669"/>
                </a:lnTo>
                <a:lnTo>
                  <a:pt x="69073" y="215849"/>
                </a:lnTo>
                <a:lnTo>
                  <a:pt x="69011" y="215620"/>
                </a:lnTo>
                <a:lnTo>
                  <a:pt x="75427" y="204444"/>
                </a:lnTo>
                <a:lnTo>
                  <a:pt x="75784" y="204444"/>
                </a:lnTo>
                <a:lnTo>
                  <a:pt x="82410" y="202653"/>
                </a:lnTo>
                <a:lnTo>
                  <a:pt x="87947" y="205828"/>
                </a:lnTo>
                <a:lnTo>
                  <a:pt x="114731" y="221589"/>
                </a:lnTo>
                <a:lnTo>
                  <a:pt x="117398" y="223113"/>
                </a:lnTo>
                <a:lnTo>
                  <a:pt x="119341" y="225628"/>
                </a:lnTo>
                <a:lnTo>
                  <a:pt x="120942" y="231546"/>
                </a:lnTo>
                <a:lnTo>
                  <a:pt x="120522" y="234696"/>
                </a:lnTo>
                <a:lnTo>
                  <a:pt x="116916" y="240957"/>
                </a:lnTo>
                <a:lnTo>
                  <a:pt x="113266" y="243065"/>
                </a:lnTo>
                <a:close/>
              </a:path>
              <a:path w="378460" h="378460">
                <a:moveTo>
                  <a:pt x="271481" y="243573"/>
                </a:moveTo>
                <a:lnTo>
                  <a:pt x="264109" y="243573"/>
                </a:lnTo>
                <a:lnTo>
                  <a:pt x="259562" y="240017"/>
                </a:lnTo>
                <a:lnTo>
                  <a:pt x="256921" y="229870"/>
                </a:lnTo>
                <a:lnTo>
                  <a:pt x="259143" y="224536"/>
                </a:lnTo>
                <a:lnTo>
                  <a:pt x="263677" y="221907"/>
                </a:lnTo>
                <a:lnTo>
                  <a:pt x="295833" y="202920"/>
                </a:lnTo>
                <a:lnTo>
                  <a:pt x="302933" y="204800"/>
                </a:lnTo>
                <a:lnTo>
                  <a:pt x="309372" y="215849"/>
                </a:lnTo>
                <a:lnTo>
                  <a:pt x="307566" y="222669"/>
                </a:lnTo>
                <a:lnTo>
                  <a:pt x="307492" y="222948"/>
                </a:lnTo>
                <a:lnTo>
                  <a:pt x="301967" y="226161"/>
                </a:lnTo>
                <a:lnTo>
                  <a:pt x="275183" y="242087"/>
                </a:lnTo>
                <a:lnTo>
                  <a:pt x="273380" y="243065"/>
                </a:lnTo>
                <a:lnTo>
                  <a:pt x="271481" y="243573"/>
                </a:lnTo>
                <a:close/>
              </a:path>
              <a:path w="378460" h="378460">
                <a:moveTo>
                  <a:pt x="100914" y="290042"/>
                </a:moveTo>
                <a:lnTo>
                  <a:pt x="95695" y="289433"/>
                </a:lnTo>
                <a:lnTo>
                  <a:pt x="64172" y="289433"/>
                </a:lnTo>
                <a:lnTo>
                  <a:pt x="59055" y="288836"/>
                </a:lnTo>
                <a:lnTo>
                  <a:pt x="54622" y="283857"/>
                </a:lnTo>
                <a:lnTo>
                  <a:pt x="54622" y="272021"/>
                </a:lnTo>
                <a:lnTo>
                  <a:pt x="59055" y="267042"/>
                </a:lnTo>
                <a:lnTo>
                  <a:pt x="65370" y="266306"/>
                </a:lnTo>
                <a:lnTo>
                  <a:pt x="96891" y="266306"/>
                </a:lnTo>
                <a:lnTo>
                  <a:pt x="100914" y="265836"/>
                </a:lnTo>
                <a:lnTo>
                  <a:pt x="105282" y="267919"/>
                </a:lnTo>
                <a:lnTo>
                  <a:pt x="110070" y="275513"/>
                </a:lnTo>
                <a:lnTo>
                  <a:pt x="110070" y="280352"/>
                </a:lnTo>
                <a:lnTo>
                  <a:pt x="105282" y="287959"/>
                </a:lnTo>
                <a:lnTo>
                  <a:pt x="100914" y="290042"/>
                </a:lnTo>
                <a:close/>
              </a:path>
              <a:path w="378460" h="378460">
                <a:moveTo>
                  <a:pt x="319062" y="289433"/>
                </a:moveTo>
                <a:lnTo>
                  <a:pt x="277878" y="289433"/>
                </a:lnTo>
                <a:lnTo>
                  <a:pt x="275132" y="288290"/>
                </a:lnTo>
                <a:lnTo>
                  <a:pt x="271140" y="284238"/>
                </a:lnTo>
                <a:lnTo>
                  <a:pt x="270794" y="283857"/>
                </a:lnTo>
                <a:lnTo>
                  <a:pt x="269621" y="280936"/>
                </a:lnTo>
                <a:lnTo>
                  <a:pt x="269621" y="274789"/>
                </a:lnTo>
                <a:lnTo>
                  <a:pt x="270742" y="272021"/>
                </a:lnTo>
                <a:lnTo>
                  <a:pt x="270814" y="271843"/>
                </a:lnTo>
                <a:lnTo>
                  <a:pt x="275145" y="267512"/>
                </a:lnTo>
                <a:lnTo>
                  <a:pt x="278104" y="266306"/>
                </a:lnTo>
                <a:lnTo>
                  <a:pt x="318985" y="266306"/>
                </a:lnTo>
                <a:lnTo>
                  <a:pt x="324192" y="271500"/>
                </a:lnTo>
                <a:lnTo>
                  <a:pt x="324192" y="284238"/>
                </a:lnTo>
                <a:lnTo>
                  <a:pt x="319062" y="289433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14356" y="4147311"/>
            <a:ext cx="378460" cy="377825"/>
          </a:xfrm>
          <a:custGeom>
            <a:avLst/>
            <a:gdLst/>
            <a:ahLst/>
            <a:cxnLst/>
            <a:rect l="l" t="t" r="r" b="b"/>
            <a:pathLst>
              <a:path w="378460" h="377825">
                <a:moveTo>
                  <a:pt x="121794" y="141046"/>
                </a:moveTo>
                <a:lnTo>
                  <a:pt x="95835" y="135305"/>
                </a:lnTo>
                <a:lnTo>
                  <a:pt x="94413" y="133680"/>
                </a:lnTo>
                <a:lnTo>
                  <a:pt x="94431" y="31496"/>
                </a:lnTo>
                <a:lnTo>
                  <a:pt x="125947" y="0"/>
                </a:lnTo>
                <a:lnTo>
                  <a:pt x="316864" y="0"/>
                </a:lnTo>
                <a:lnTo>
                  <a:pt x="324943" y="3378"/>
                </a:lnTo>
                <a:lnTo>
                  <a:pt x="353125" y="31496"/>
                </a:lnTo>
                <a:lnTo>
                  <a:pt x="129503" y="31496"/>
                </a:lnTo>
                <a:lnTo>
                  <a:pt x="125947" y="35052"/>
                </a:lnTo>
                <a:lnTo>
                  <a:pt x="125934" y="138252"/>
                </a:lnTo>
                <a:lnTo>
                  <a:pt x="125287" y="139446"/>
                </a:lnTo>
                <a:lnTo>
                  <a:pt x="123140" y="140893"/>
                </a:lnTo>
                <a:lnTo>
                  <a:pt x="121794" y="141046"/>
                </a:lnTo>
                <a:close/>
              </a:path>
              <a:path w="378460" h="377825">
                <a:moveTo>
                  <a:pt x="346723" y="323062"/>
                </a:moveTo>
                <a:lnTo>
                  <a:pt x="221387" y="323062"/>
                </a:lnTo>
                <a:lnTo>
                  <a:pt x="220254" y="322478"/>
                </a:lnTo>
                <a:lnTo>
                  <a:pt x="218801" y="320611"/>
                </a:lnTo>
                <a:lnTo>
                  <a:pt x="218543" y="319506"/>
                </a:lnTo>
                <a:lnTo>
                  <a:pt x="220206" y="311498"/>
                </a:lnTo>
                <a:lnTo>
                  <a:pt x="220270" y="303784"/>
                </a:lnTo>
                <a:lnTo>
                  <a:pt x="218771" y="296608"/>
                </a:lnTo>
                <a:lnTo>
                  <a:pt x="218428" y="295427"/>
                </a:lnTo>
                <a:lnTo>
                  <a:pt x="218657" y="294131"/>
                </a:lnTo>
                <a:lnTo>
                  <a:pt x="220242" y="292036"/>
                </a:lnTo>
                <a:lnTo>
                  <a:pt x="220382" y="292036"/>
                </a:lnTo>
                <a:lnTo>
                  <a:pt x="221311" y="291566"/>
                </a:lnTo>
                <a:lnTo>
                  <a:pt x="343066" y="291566"/>
                </a:lnTo>
                <a:lnTo>
                  <a:pt x="346597" y="288036"/>
                </a:lnTo>
                <a:lnTo>
                  <a:pt x="346622" y="70726"/>
                </a:lnTo>
                <a:lnTo>
                  <a:pt x="345759" y="68719"/>
                </a:lnTo>
                <a:lnTo>
                  <a:pt x="344235" y="67297"/>
                </a:lnTo>
                <a:lnTo>
                  <a:pt x="310821" y="33883"/>
                </a:lnTo>
                <a:lnTo>
                  <a:pt x="309398" y="32359"/>
                </a:lnTo>
                <a:lnTo>
                  <a:pt x="307392" y="31496"/>
                </a:lnTo>
                <a:lnTo>
                  <a:pt x="353125" y="31496"/>
                </a:lnTo>
                <a:lnTo>
                  <a:pt x="368974" y="47282"/>
                </a:lnTo>
                <a:lnTo>
                  <a:pt x="374829" y="53187"/>
                </a:lnTo>
                <a:lnTo>
                  <a:pt x="378118" y="61175"/>
                </a:lnTo>
                <a:lnTo>
                  <a:pt x="378023" y="292036"/>
                </a:lnTo>
                <a:lnTo>
                  <a:pt x="375650" y="303784"/>
                </a:lnTo>
                <a:lnTo>
                  <a:pt x="374295" y="305831"/>
                </a:lnTo>
                <a:lnTo>
                  <a:pt x="368882" y="313856"/>
                </a:lnTo>
                <a:lnTo>
                  <a:pt x="358862" y="320611"/>
                </a:lnTo>
                <a:lnTo>
                  <a:pt x="346723" y="323062"/>
                </a:lnTo>
                <a:close/>
              </a:path>
              <a:path w="378460" h="377825">
                <a:moveTo>
                  <a:pt x="259907" y="212763"/>
                </a:moveTo>
                <a:lnTo>
                  <a:pt x="228385" y="212763"/>
                </a:lnTo>
                <a:lnTo>
                  <a:pt x="228385" y="86677"/>
                </a:lnTo>
                <a:lnTo>
                  <a:pt x="259907" y="86677"/>
                </a:lnTo>
                <a:lnTo>
                  <a:pt x="259907" y="212763"/>
                </a:lnTo>
                <a:close/>
              </a:path>
              <a:path w="378460" h="377825">
                <a:moveTo>
                  <a:pt x="315075" y="212763"/>
                </a:moveTo>
                <a:lnTo>
                  <a:pt x="283554" y="212763"/>
                </a:lnTo>
                <a:lnTo>
                  <a:pt x="283554" y="118198"/>
                </a:lnTo>
                <a:lnTo>
                  <a:pt x="315075" y="118198"/>
                </a:lnTo>
                <a:lnTo>
                  <a:pt x="315075" y="212763"/>
                </a:lnTo>
                <a:close/>
              </a:path>
              <a:path w="378460" h="377825">
                <a:moveTo>
                  <a:pt x="204750" y="189128"/>
                </a:moveTo>
                <a:lnTo>
                  <a:pt x="202541" y="189128"/>
                </a:lnTo>
                <a:lnTo>
                  <a:pt x="196568" y="184200"/>
                </a:lnTo>
                <a:lnTo>
                  <a:pt x="189950" y="180257"/>
                </a:lnTo>
                <a:lnTo>
                  <a:pt x="182811" y="177362"/>
                </a:lnTo>
                <a:lnTo>
                  <a:pt x="175274" y="175577"/>
                </a:lnTo>
                <a:lnTo>
                  <a:pt x="174651" y="175412"/>
                </a:lnTo>
                <a:lnTo>
                  <a:pt x="173229" y="174625"/>
                </a:lnTo>
                <a:lnTo>
                  <a:pt x="173229" y="161137"/>
                </a:lnTo>
                <a:lnTo>
                  <a:pt x="176760" y="157607"/>
                </a:lnTo>
                <a:lnTo>
                  <a:pt x="201220" y="157607"/>
                </a:lnTo>
                <a:lnTo>
                  <a:pt x="204750" y="161137"/>
                </a:lnTo>
                <a:lnTo>
                  <a:pt x="204750" y="189128"/>
                </a:lnTo>
                <a:close/>
              </a:path>
              <a:path w="378460" h="377825">
                <a:moveTo>
                  <a:pt x="188641" y="206108"/>
                </a:moveTo>
                <a:lnTo>
                  <a:pt x="60898" y="206108"/>
                </a:lnTo>
                <a:lnTo>
                  <a:pt x="64542" y="204012"/>
                </a:lnTo>
                <a:lnTo>
                  <a:pt x="65736" y="200469"/>
                </a:lnTo>
                <a:lnTo>
                  <a:pt x="82510" y="164141"/>
                </a:lnTo>
                <a:lnTo>
                  <a:pt x="99150" y="158673"/>
                </a:lnTo>
                <a:lnTo>
                  <a:pt x="108011" y="160107"/>
                </a:lnTo>
                <a:lnTo>
                  <a:pt x="115792" y="164141"/>
                </a:lnTo>
                <a:lnTo>
                  <a:pt x="121951" y="170375"/>
                </a:lnTo>
                <a:lnTo>
                  <a:pt x="125947" y="178409"/>
                </a:lnTo>
                <a:lnTo>
                  <a:pt x="131776" y="199999"/>
                </a:lnTo>
                <a:lnTo>
                  <a:pt x="132970" y="203542"/>
                </a:lnTo>
                <a:lnTo>
                  <a:pt x="136628" y="205638"/>
                </a:lnTo>
                <a:lnTo>
                  <a:pt x="188259" y="205638"/>
                </a:lnTo>
                <a:lnTo>
                  <a:pt x="188641" y="206108"/>
                </a:lnTo>
                <a:close/>
              </a:path>
              <a:path w="378460" h="377825">
                <a:moveTo>
                  <a:pt x="188259" y="205638"/>
                </a:moveTo>
                <a:lnTo>
                  <a:pt x="136628" y="205638"/>
                </a:lnTo>
                <a:lnTo>
                  <a:pt x="140285" y="204889"/>
                </a:lnTo>
                <a:lnTo>
                  <a:pt x="162193" y="199364"/>
                </a:lnTo>
                <a:lnTo>
                  <a:pt x="171483" y="198459"/>
                </a:lnTo>
                <a:lnTo>
                  <a:pt x="179952" y="200469"/>
                </a:lnTo>
                <a:lnTo>
                  <a:pt x="180188" y="200469"/>
                </a:lnTo>
                <a:lnTo>
                  <a:pt x="188018" y="205359"/>
                </a:lnTo>
                <a:lnTo>
                  <a:pt x="188259" y="205638"/>
                </a:lnTo>
                <a:close/>
              </a:path>
              <a:path w="378460" h="377825">
                <a:moveTo>
                  <a:pt x="25262" y="337314"/>
                </a:moveTo>
                <a:lnTo>
                  <a:pt x="0" y="306166"/>
                </a:lnTo>
                <a:lnTo>
                  <a:pt x="1325" y="301364"/>
                </a:lnTo>
                <a:lnTo>
                  <a:pt x="2408" y="297564"/>
                </a:lnTo>
                <a:lnTo>
                  <a:pt x="7431" y="290156"/>
                </a:lnTo>
                <a:lnTo>
                  <a:pt x="23191" y="273291"/>
                </a:lnTo>
                <a:lnTo>
                  <a:pt x="25706" y="270522"/>
                </a:lnTo>
                <a:lnTo>
                  <a:pt x="25706" y="266280"/>
                </a:lnTo>
                <a:lnTo>
                  <a:pt x="23191" y="263512"/>
                </a:lnTo>
                <a:lnTo>
                  <a:pt x="7408" y="246613"/>
                </a:lnTo>
                <a:lnTo>
                  <a:pt x="2350" y="239147"/>
                </a:lnTo>
                <a:lnTo>
                  <a:pt x="0" y="230632"/>
                </a:lnTo>
                <a:lnTo>
                  <a:pt x="457" y="221811"/>
                </a:lnTo>
                <a:lnTo>
                  <a:pt x="3798" y="213398"/>
                </a:lnTo>
                <a:lnTo>
                  <a:pt x="9408" y="206386"/>
                </a:lnTo>
                <a:lnTo>
                  <a:pt x="16778" y="201656"/>
                </a:lnTo>
                <a:lnTo>
                  <a:pt x="25750" y="199364"/>
                </a:lnTo>
                <a:lnTo>
                  <a:pt x="23610" y="199364"/>
                </a:lnTo>
                <a:lnTo>
                  <a:pt x="34215" y="200164"/>
                </a:lnTo>
                <a:lnTo>
                  <a:pt x="57227" y="205359"/>
                </a:lnTo>
                <a:lnTo>
                  <a:pt x="60898" y="206108"/>
                </a:lnTo>
                <a:lnTo>
                  <a:pt x="188641" y="206108"/>
                </a:lnTo>
                <a:lnTo>
                  <a:pt x="193930" y="212623"/>
                </a:lnTo>
                <a:lnTo>
                  <a:pt x="196848" y="220649"/>
                </a:lnTo>
                <a:lnTo>
                  <a:pt x="98363" y="220649"/>
                </a:lnTo>
                <a:lnTo>
                  <a:pt x="79959" y="224365"/>
                </a:lnTo>
                <a:lnTo>
                  <a:pt x="64930" y="234499"/>
                </a:lnTo>
                <a:lnTo>
                  <a:pt x="54796" y="249528"/>
                </a:lnTo>
                <a:lnTo>
                  <a:pt x="51080" y="267931"/>
                </a:lnTo>
                <a:lnTo>
                  <a:pt x="54796" y="286335"/>
                </a:lnTo>
                <a:lnTo>
                  <a:pt x="64930" y="301364"/>
                </a:lnTo>
                <a:lnTo>
                  <a:pt x="79959" y="311498"/>
                </a:lnTo>
                <a:lnTo>
                  <a:pt x="98363" y="315214"/>
                </a:lnTo>
                <a:lnTo>
                  <a:pt x="194815" y="315214"/>
                </a:lnTo>
                <a:lnTo>
                  <a:pt x="192012" y="322478"/>
                </a:lnTo>
                <a:lnTo>
                  <a:pt x="186537" y="329260"/>
                </a:lnTo>
                <a:lnTo>
                  <a:pt x="185322" y="330060"/>
                </a:lnTo>
                <a:lnTo>
                  <a:pt x="60123" y="330060"/>
                </a:lnTo>
                <a:lnTo>
                  <a:pt x="34215" y="336638"/>
                </a:lnTo>
                <a:lnTo>
                  <a:pt x="25262" y="337314"/>
                </a:lnTo>
                <a:close/>
              </a:path>
              <a:path w="378460" h="377825">
                <a:moveTo>
                  <a:pt x="194815" y="315214"/>
                </a:moveTo>
                <a:lnTo>
                  <a:pt x="98363" y="315214"/>
                </a:lnTo>
                <a:lnTo>
                  <a:pt x="116766" y="311498"/>
                </a:lnTo>
                <a:lnTo>
                  <a:pt x="131795" y="301364"/>
                </a:lnTo>
                <a:lnTo>
                  <a:pt x="141929" y="286335"/>
                </a:lnTo>
                <a:lnTo>
                  <a:pt x="145550" y="268401"/>
                </a:lnTo>
                <a:lnTo>
                  <a:pt x="145645" y="267931"/>
                </a:lnTo>
                <a:lnTo>
                  <a:pt x="141929" y="249528"/>
                </a:lnTo>
                <a:lnTo>
                  <a:pt x="131795" y="234499"/>
                </a:lnTo>
                <a:lnTo>
                  <a:pt x="116766" y="224365"/>
                </a:lnTo>
                <a:lnTo>
                  <a:pt x="98363" y="220649"/>
                </a:lnTo>
                <a:lnTo>
                  <a:pt x="196848" y="220649"/>
                </a:lnTo>
                <a:lnTo>
                  <a:pt x="197118" y="221389"/>
                </a:lnTo>
                <a:lnTo>
                  <a:pt x="197237" y="230632"/>
                </a:lnTo>
                <a:lnTo>
                  <a:pt x="194540" y="239147"/>
                </a:lnTo>
                <a:lnTo>
                  <a:pt x="189014" y="246613"/>
                </a:lnTo>
                <a:lnTo>
                  <a:pt x="173229" y="263512"/>
                </a:lnTo>
                <a:lnTo>
                  <a:pt x="170702" y="266280"/>
                </a:lnTo>
                <a:lnTo>
                  <a:pt x="170702" y="270522"/>
                </a:lnTo>
                <a:lnTo>
                  <a:pt x="173229" y="273291"/>
                </a:lnTo>
                <a:lnTo>
                  <a:pt x="188990" y="290156"/>
                </a:lnTo>
                <a:lnTo>
                  <a:pt x="193580" y="297564"/>
                </a:lnTo>
                <a:lnTo>
                  <a:pt x="195654" y="305831"/>
                </a:lnTo>
                <a:lnTo>
                  <a:pt x="195180" y="313856"/>
                </a:lnTo>
                <a:lnTo>
                  <a:pt x="195151" y="314342"/>
                </a:lnTo>
                <a:lnTo>
                  <a:pt x="194901" y="314990"/>
                </a:lnTo>
                <a:lnTo>
                  <a:pt x="194815" y="315214"/>
                </a:lnTo>
                <a:close/>
              </a:path>
              <a:path w="378460" h="377825">
                <a:moveTo>
                  <a:pt x="98363" y="292036"/>
                </a:moveTo>
                <a:lnTo>
                  <a:pt x="89128" y="290156"/>
                </a:lnTo>
                <a:lnTo>
                  <a:pt x="81649" y="285114"/>
                </a:lnTo>
                <a:lnTo>
                  <a:pt x="76585" y="277602"/>
                </a:lnTo>
                <a:lnTo>
                  <a:pt x="74728" y="268401"/>
                </a:lnTo>
                <a:lnTo>
                  <a:pt x="76585" y="259199"/>
                </a:lnTo>
                <a:lnTo>
                  <a:pt x="81649" y="251682"/>
                </a:lnTo>
                <a:lnTo>
                  <a:pt x="89162" y="246613"/>
                </a:lnTo>
                <a:lnTo>
                  <a:pt x="98363" y="244754"/>
                </a:lnTo>
                <a:lnTo>
                  <a:pt x="107565" y="246613"/>
                </a:lnTo>
                <a:lnTo>
                  <a:pt x="115082" y="251682"/>
                </a:lnTo>
                <a:lnTo>
                  <a:pt x="120151" y="259199"/>
                </a:lnTo>
                <a:lnTo>
                  <a:pt x="121915" y="267931"/>
                </a:lnTo>
                <a:lnTo>
                  <a:pt x="122010" y="268401"/>
                </a:lnTo>
                <a:lnTo>
                  <a:pt x="120151" y="277602"/>
                </a:lnTo>
                <a:lnTo>
                  <a:pt x="115082" y="285114"/>
                </a:lnTo>
                <a:lnTo>
                  <a:pt x="107599" y="290156"/>
                </a:lnTo>
                <a:lnTo>
                  <a:pt x="98363" y="292036"/>
                </a:lnTo>
                <a:close/>
              </a:path>
              <a:path w="378460" h="377825">
                <a:moveTo>
                  <a:pt x="98363" y="377507"/>
                </a:moveTo>
                <a:lnTo>
                  <a:pt x="65187" y="336638"/>
                </a:lnTo>
                <a:lnTo>
                  <a:pt x="63882" y="332206"/>
                </a:lnTo>
                <a:lnTo>
                  <a:pt x="60123" y="330060"/>
                </a:lnTo>
                <a:lnTo>
                  <a:pt x="136602" y="330060"/>
                </a:lnTo>
                <a:lnTo>
                  <a:pt x="132843" y="332206"/>
                </a:lnTo>
                <a:lnTo>
                  <a:pt x="131776" y="335851"/>
                </a:lnTo>
                <a:lnTo>
                  <a:pt x="125160" y="357759"/>
                </a:lnTo>
                <a:lnTo>
                  <a:pt x="121164" y="365800"/>
                </a:lnTo>
                <a:lnTo>
                  <a:pt x="115004" y="372038"/>
                </a:lnTo>
                <a:lnTo>
                  <a:pt x="107223" y="376073"/>
                </a:lnTo>
                <a:lnTo>
                  <a:pt x="98363" y="377507"/>
                </a:lnTo>
                <a:close/>
              </a:path>
              <a:path w="378460" h="377825">
                <a:moveTo>
                  <a:pt x="171222" y="336285"/>
                </a:moveTo>
                <a:lnTo>
                  <a:pt x="162510" y="336016"/>
                </a:lnTo>
                <a:lnTo>
                  <a:pt x="140285" y="330974"/>
                </a:lnTo>
                <a:lnTo>
                  <a:pt x="136602" y="330060"/>
                </a:lnTo>
                <a:lnTo>
                  <a:pt x="185322" y="330060"/>
                </a:lnTo>
                <a:lnTo>
                  <a:pt x="179419" y="333948"/>
                </a:lnTo>
                <a:lnTo>
                  <a:pt x="171222" y="336285"/>
                </a:lnTo>
                <a:close/>
              </a:path>
            </a:pathLst>
          </a:custGeom>
          <a:solidFill>
            <a:srgbClr val="0E4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774025" y="4052748"/>
            <a:ext cx="2458720" cy="193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350">
              <a:latin typeface="Times New Roman"/>
              <a:cs typeface="Times New Roman"/>
            </a:endParaRPr>
          </a:p>
          <a:p>
            <a:pPr marL="534035">
              <a:lnSpc>
                <a:spcPct val="100000"/>
              </a:lnSpc>
            </a:pPr>
            <a:r>
              <a:rPr sz="1350" b="1" dirty="0">
                <a:solidFill>
                  <a:srgbClr val="0E4E4A"/>
                </a:solidFill>
                <a:latin typeface="Cambria"/>
                <a:cs typeface="Cambria"/>
              </a:rPr>
              <a:t>Report</a:t>
            </a:r>
            <a:r>
              <a:rPr sz="1350" b="1" spc="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0E4E4A"/>
                </a:solidFill>
                <a:latin typeface="Cambria"/>
                <a:cs typeface="Cambria"/>
              </a:rPr>
              <a:t>Generator</a:t>
            </a:r>
            <a:endParaRPr sz="1350">
              <a:latin typeface="Cambria"/>
              <a:cs typeface="Cambria"/>
            </a:endParaRPr>
          </a:p>
          <a:p>
            <a:pPr marL="235585" marR="278130" indent="23495" algn="ctr">
              <a:lnSpc>
                <a:spcPct val="111700"/>
              </a:lnSpc>
              <a:spcBef>
                <a:spcPts val="1440"/>
              </a:spcBef>
            </a:pP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Auto-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generates</a:t>
            </a:r>
            <a:r>
              <a:rPr sz="15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0" dirty="0">
                <a:solidFill>
                  <a:srgbClr val="0E4E4A"/>
                </a:solidFill>
                <a:latin typeface="Roboto"/>
                <a:cs typeface="Roboto"/>
              </a:rPr>
              <a:t>CAPA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reports and</a:t>
            </a:r>
            <a:r>
              <a:rPr sz="15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inspection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audit</a:t>
            </a:r>
            <a:r>
              <a:rPr sz="15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trails.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25092" y="1512700"/>
            <a:ext cx="1607820" cy="244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350">
              <a:latin typeface="Times New Roman"/>
              <a:cs typeface="Times New Roman"/>
            </a:endParaRPr>
          </a:p>
          <a:p>
            <a:pPr marL="419734" marR="414020" indent="2540" algn="ctr">
              <a:lnSpc>
                <a:spcPct val="100000"/>
              </a:lnSpc>
            </a:pPr>
            <a:r>
              <a:rPr sz="1350" b="1" spc="-10" dirty="0">
                <a:solidFill>
                  <a:srgbClr val="0E4E4A"/>
                </a:solidFill>
                <a:latin typeface="Cambria"/>
                <a:cs typeface="Cambria"/>
              </a:rPr>
              <a:t>Severity Classiﬁer</a:t>
            </a:r>
            <a:endParaRPr sz="1350">
              <a:latin typeface="Cambria"/>
              <a:cs typeface="Cambria"/>
            </a:endParaRPr>
          </a:p>
          <a:p>
            <a:pPr marL="122555" marR="107950" algn="ctr">
              <a:lnSpc>
                <a:spcPct val="111700"/>
              </a:lnSpc>
              <a:spcBef>
                <a:spcPts val="63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Tags</a:t>
            </a:r>
            <a:r>
              <a:rPr sz="1500" b="1" spc="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deviations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into</a:t>
            </a:r>
            <a:r>
              <a:rPr sz="15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major,</a:t>
            </a:r>
            <a:r>
              <a:rPr sz="15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mi-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nor, or</a:t>
            </a:r>
            <a:r>
              <a:rPr sz="15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admin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GCP</a:t>
            </a:r>
            <a:r>
              <a:rPr sz="1500" b="1" spc="8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classes.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1696" y="6082279"/>
            <a:ext cx="5390515" cy="5676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1750" spc="-80" dirty="0">
                <a:solidFill>
                  <a:srgbClr val="0E4E4A"/>
                </a:solidFill>
                <a:latin typeface="Roboto"/>
                <a:cs typeface="Roboto"/>
              </a:rPr>
              <a:t>End-</a:t>
            </a:r>
            <a:r>
              <a:rPr sz="1750" spc="-70" dirty="0">
                <a:solidFill>
                  <a:srgbClr val="0E4E4A"/>
                </a:solidFill>
                <a:latin typeface="Roboto"/>
                <a:cs typeface="Roboto"/>
              </a:rPr>
              <a:t>to-</a:t>
            </a:r>
            <a:r>
              <a:rPr sz="1750" spc="-65" dirty="0">
                <a:solidFill>
                  <a:srgbClr val="0E4E4A"/>
                </a:solidFill>
                <a:latin typeface="Roboto"/>
                <a:cs typeface="Roboto"/>
              </a:rPr>
              <a:t>End</a:t>
            </a:r>
            <a:r>
              <a:rPr sz="1750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0E4E4A"/>
                </a:solidFill>
                <a:latin typeface="Roboto"/>
                <a:cs typeface="Roboto"/>
              </a:rPr>
              <a:t>System</a:t>
            </a:r>
            <a:r>
              <a:rPr sz="1750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0E4E4A"/>
                </a:solidFill>
                <a:latin typeface="Roboto"/>
                <a:cs typeface="Roboto"/>
              </a:rPr>
              <a:t>Architecture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94700" y="5823464"/>
            <a:ext cx="272224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Engineered</a:t>
            </a:r>
            <a:r>
              <a:rPr sz="1500" b="1" spc="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for</a:t>
            </a:r>
            <a:r>
              <a:rPr sz="1500" b="1" spc="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high-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throughput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clinical</a:t>
            </a:r>
            <a:r>
              <a:rPr sz="1500" b="1" spc="-7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data</a:t>
            </a:r>
            <a:r>
              <a:rPr sz="1500" b="1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compliance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94700" y="2297912"/>
            <a:ext cx="29203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Scalable</a:t>
            </a:r>
            <a:r>
              <a:rPr sz="15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45" dirty="0">
                <a:solidFill>
                  <a:srgbClr val="0E4E4A"/>
                </a:solidFill>
                <a:latin typeface="Roboto"/>
                <a:cs typeface="Roboto"/>
              </a:rPr>
              <a:t>multi-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stage</a:t>
            </a:r>
            <a:r>
              <a:rPr sz="1500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pipeline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processing</a:t>
            </a:r>
            <a:r>
              <a:rPr sz="1500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thousands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of</a:t>
            </a:r>
            <a:r>
              <a:rPr sz="1500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visit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logs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across</a:t>
            </a:r>
            <a:r>
              <a:rPr sz="15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200+</a:t>
            </a:r>
            <a:r>
              <a:rPr sz="15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sites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8394700" y="414251"/>
            <a:ext cx="3230245" cy="17322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940"/>
              </a:spcBef>
            </a:pPr>
            <a:r>
              <a:rPr spc="105" dirty="0"/>
              <a:t>End-</a:t>
            </a:r>
            <a:r>
              <a:rPr spc="80" dirty="0"/>
              <a:t>to-</a:t>
            </a:r>
            <a:r>
              <a:rPr spc="90" dirty="0"/>
              <a:t>End </a:t>
            </a:r>
            <a:r>
              <a:rPr spc="165" dirty="0"/>
              <a:t>System </a:t>
            </a:r>
            <a:r>
              <a:rPr spc="45" dirty="0"/>
              <a:t>Architecture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922958" y="1512700"/>
            <a:ext cx="1607820" cy="244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Times New Roman"/>
              <a:cs typeface="Times New Roman"/>
            </a:endParaRPr>
          </a:p>
          <a:p>
            <a:pPr marL="344170" marR="375285" algn="ctr">
              <a:lnSpc>
                <a:spcPct val="100000"/>
              </a:lnSpc>
            </a:pP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Comparison Engine</a:t>
            </a:r>
            <a:endParaRPr sz="1200">
              <a:latin typeface="Cambria"/>
              <a:cs typeface="Cambria"/>
            </a:endParaRPr>
          </a:p>
          <a:p>
            <a:pPr marL="159385" marR="201295" algn="ctr">
              <a:lnSpc>
                <a:spcPct val="111700"/>
              </a:lnSpc>
              <a:spcBef>
                <a:spcPts val="59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Rule</a:t>
            </a:r>
            <a:r>
              <a:rPr sz="1500" b="1" spc="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matching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5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semantic</a:t>
            </a:r>
            <a:r>
              <a:rPr sz="15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AI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check</a:t>
            </a:r>
            <a:r>
              <a:rPr sz="1500" b="1" spc="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against protocol criteria.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0822" y="4052748"/>
            <a:ext cx="2458720" cy="193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Site</a:t>
            </a:r>
            <a:r>
              <a:rPr sz="1200" b="1" spc="13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dirty="0">
                <a:solidFill>
                  <a:srgbClr val="0E4E4A"/>
                </a:solidFill>
                <a:latin typeface="Cambria"/>
                <a:cs typeface="Cambria"/>
              </a:rPr>
              <a:t>Risk</a:t>
            </a:r>
            <a:r>
              <a:rPr sz="1200" b="1" spc="1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200" b="1" spc="-10" dirty="0">
                <a:solidFill>
                  <a:srgbClr val="0E4E4A"/>
                </a:solidFill>
                <a:latin typeface="Cambria"/>
                <a:cs typeface="Cambria"/>
              </a:rPr>
              <a:t>Scoring</a:t>
            </a:r>
            <a:endParaRPr sz="1200">
              <a:latin typeface="Cambria"/>
              <a:cs typeface="Cambria"/>
            </a:endParaRPr>
          </a:p>
          <a:p>
            <a:pPr marL="125095" marR="133350" algn="ctr">
              <a:lnSpc>
                <a:spcPct val="111700"/>
              </a:lnSpc>
              <a:spcBef>
                <a:spcPts val="59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Aggregates leading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oper-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ational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&amp;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compliance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0" dirty="0">
                <a:solidFill>
                  <a:srgbClr val="0E4E4A"/>
                </a:solidFill>
                <a:latin typeface="Roboto"/>
                <a:cs typeface="Roboto"/>
              </a:rPr>
              <a:t>risk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per</a:t>
            </a:r>
            <a:r>
              <a:rPr sz="1500" b="1" spc="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site.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0822" y="1512700"/>
            <a:ext cx="1607820" cy="244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35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350" b="1" dirty="0">
                <a:solidFill>
                  <a:srgbClr val="0E4E4A"/>
                </a:solidFill>
                <a:latin typeface="Cambria"/>
                <a:cs typeface="Cambria"/>
              </a:rPr>
              <a:t>Data</a:t>
            </a:r>
            <a:r>
              <a:rPr sz="1350" b="1" spc="7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350" b="1" spc="-10" dirty="0">
                <a:solidFill>
                  <a:srgbClr val="0E4E4A"/>
                </a:solidFill>
                <a:latin typeface="Cambria"/>
                <a:cs typeface="Cambria"/>
              </a:rPr>
              <a:t>Ingestion</a:t>
            </a:r>
            <a:endParaRPr sz="1350">
              <a:latin typeface="Cambria"/>
              <a:cs typeface="Cambria"/>
            </a:endParaRPr>
          </a:p>
          <a:p>
            <a:pPr marL="137160" marR="158115" indent="-7620" algn="ctr">
              <a:lnSpc>
                <a:spcPct val="111700"/>
              </a:lnSpc>
              <a:spcBef>
                <a:spcPts val="1440"/>
              </a:spcBef>
            </a:pP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Ingests</a:t>
            </a:r>
            <a:r>
              <a:rPr sz="15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visit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logs,</a:t>
            </a:r>
            <a:r>
              <a:rPr sz="1500" b="1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EHR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records,</a:t>
            </a:r>
            <a:r>
              <a:rPr sz="1500" b="1" spc="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1500" b="1" dirty="0">
                <a:solidFill>
                  <a:srgbClr val="0E4E4A"/>
                </a:solidFill>
                <a:latin typeface="Roboto"/>
                <a:cs typeface="Roboto"/>
              </a:rPr>
              <a:t>digital</a:t>
            </a:r>
            <a:r>
              <a:rPr sz="15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0E4E4A"/>
                </a:solidFill>
                <a:latin typeface="Roboto"/>
                <a:cs typeface="Roboto"/>
              </a:rPr>
              <a:t>protocol specs.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9955" y="147550"/>
            <a:ext cx="104101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Clinical</a:t>
            </a:r>
            <a:r>
              <a:rPr spc="220" dirty="0"/>
              <a:t> </a:t>
            </a:r>
            <a:r>
              <a:rPr dirty="0"/>
              <a:t>Deviation</a:t>
            </a:r>
            <a:r>
              <a:rPr spc="225" dirty="0"/>
              <a:t> </a:t>
            </a:r>
            <a:r>
              <a:rPr spc="145" dirty="0"/>
              <a:t>Management</a:t>
            </a:r>
            <a:r>
              <a:rPr spc="225" dirty="0"/>
              <a:t> </a:t>
            </a:r>
            <a:r>
              <a:rPr spc="45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8993" y="1571571"/>
            <a:ext cx="30073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time</a:t>
            </a:r>
            <a:r>
              <a:rPr sz="175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notification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flags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visit</a:t>
            </a:r>
            <a:r>
              <a:rPr sz="1750" b="1" spc="-9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window</a:t>
            </a:r>
            <a:r>
              <a:rPr sz="1750" b="1" spc="-9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lapses, unauthorized</a:t>
            </a:r>
            <a:r>
              <a:rPr sz="175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co-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medications,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or</a:t>
            </a:r>
            <a:r>
              <a:rPr sz="175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dosage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 errors.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8993" y="3752113"/>
            <a:ext cx="19335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70" dirty="0">
                <a:solidFill>
                  <a:srgbClr val="0E4E4A"/>
                </a:solidFill>
                <a:latin typeface="Cambria"/>
                <a:cs typeface="Cambria"/>
              </a:rPr>
              <a:t>ICH</a:t>
            </a:r>
            <a:r>
              <a:rPr sz="175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E6</a:t>
            </a:r>
            <a:r>
              <a:rPr sz="175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60" dirty="0">
                <a:solidFill>
                  <a:srgbClr val="0E4E4A"/>
                </a:solidFill>
                <a:latin typeface="Cambria"/>
                <a:cs typeface="Cambria"/>
              </a:rPr>
              <a:t>GCP</a:t>
            </a:r>
            <a:r>
              <a:rPr sz="175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Cambria"/>
                <a:cs typeface="Cambria"/>
              </a:rPr>
              <a:t>Badge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8992" y="5257904"/>
            <a:ext cx="309626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Pre-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drafted</a:t>
            </a:r>
            <a:r>
              <a:rPr sz="175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corrective</a:t>
            </a:r>
            <a:r>
              <a:rPr sz="175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action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plan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ready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for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trial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manager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review</a:t>
            </a:r>
            <a:r>
              <a:rPr sz="175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75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regulatory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sign-off.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2929" y="1975558"/>
            <a:ext cx="24403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Instant</a:t>
            </a:r>
            <a:r>
              <a:rPr sz="1750" b="1" spc="2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Deviation</a:t>
            </a:r>
            <a:r>
              <a:rPr sz="1750" b="1" spc="2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Cambria"/>
                <a:cs typeface="Cambria"/>
              </a:rPr>
              <a:t>Alert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6277" y="3348126"/>
            <a:ext cx="257619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5140" algn="r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Prominent</a:t>
            </a:r>
            <a:r>
              <a:rPr sz="1750" b="1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visual</a:t>
            </a:r>
            <a:r>
              <a:rPr sz="175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5" dirty="0">
                <a:solidFill>
                  <a:srgbClr val="0E4E4A"/>
                </a:solidFill>
                <a:latin typeface="Roboto"/>
                <a:cs typeface="Roboto"/>
              </a:rPr>
              <a:t>tag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prioritizing</a:t>
            </a:r>
            <a:r>
              <a:rPr sz="175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urgent</a:t>
            </a:r>
            <a:r>
              <a:rPr sz="175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patient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safety</a:t>
            </a:r>
            <a:r>
              <a:rPr sz="175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concerns</a:t>
            </a:r>
            <a:r>
              <a:rPr sz="175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20" dirty="0">
                <a:solidFill>
                  <a:srgbClr val="0E4E4A"/>
                </a:solidFill>
                <a:latin typeface="Roboto"/>
                <a:cs typeface="Roboto"/>
              </a:rPr>
              <a:t>over </a:t>
            </a:r>
            <a:r>
              <a:rPr sz="1750" b="1" dirty="0">
                <a:solidFill>
                  <a:srgbClr val="0E4E4A"/>
                </a:solidFill>
                <a:latin typeface="Roboto"/>
                <a:cs typeface="Roboto"/>
              </a:rPr>
              <a:t>administrative</a:t>
            </a:r>
            <a:r>
              <a:rPr sz="1750" b="1" spc="-7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Roboto"/>
                <a:cs typeface="Roboto"/>
              </a:rPr>
              <a:t>slips.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2269" y="5528669"/>
            <a:ext cx="266128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0E4E4A"/>
                </a:solidFill>
                <a:latin typeface="Cambria"/>
                <a:cs typeface="Cambria"/>
              </a:rPr>
              <a:t>Mitigation</a:t>
            </a:r>
            <a:r>
              <a:rPr sz="1750" b="1" spc="19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215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750" b="1" spc="19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114" dirty="0">
                <a:solidFill>
                  <a:srgbClr val="0E4E4A"/>
                </a:solidFill>
                <a:latin typeface="Cambria"/>
                <a:cs typeface="Cambria"/>
              </a:rPr>
              <a:t>CAPA</a:t>
            </a:r>
            <a:r>
              <a:rPr sz="1750" b="1" spc="19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0E4E4A"/>
                </a:solidFill>
                <a:latin typeface="Cambria"/>
                <a:cs typeface="Cambria"/>
              </a:rPr>
              <a:t>Panel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054" y="495324"/>
            <a:ext cx="5600726" cy="58673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584950" y="488950"/>
            <a:ext cx="2451100" cy="2832100"/>
            <a:chOff x="6584950" y="488950"/>
            <a:chExt cx="2451100" cy="2832100"/>
          </a:xfrm>
        </p:grpSpPr>
        <p:sp>
          <p:nvSpPr>
            <p:cNvPr id="4" name="object 4"/>
            <p:cNvSpPr/>
            <p:nvPr/>
          </p:nvSpPr>
          <p:spPr>
            <a:xfrm>
              <a:off x="6591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91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251950" y="488950"/>
            <a:ext cx="2451100" cy="2832100"/>
            <a:chOff x="9251950" y="488950"/>
            <a:chExt cx="2451100" cy="2832100"/>
          </a:xfrm>
        </p:grpSpPr>
        <p:sp>
          <p:nvSpPr>
            <p:cNvPr id="7" name="object 7"/>
            <p:cNvSpPr/>
            <p:nvPr/>
          </p:nvSpPr>
          <p:spPr>
            <a:xfrm>
              <a:off x="9258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58300" y="495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584950" y="3536950"/>
            <a:ext cx="2451100" cy="2832100"/>
            <a:chOff x="6584950" y="3536950"/>
            <a:chExt cx="2451100" cy="2832100"/>
          </a:xfrm>
        </p:grpSpPr>
        <p:sp>
          <p:nvSpPr>
            <p:cNvPr id="10" name="object 10"/>
            <p:cNvSpPr/>
            <p:nvPr/>
          </p:nvSpPr>
          <p:spPr>
            <a:xfrm>
              <a:off x="6591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1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251950" y="3536950"/>
            <a:ext cx="2451100" cy="2832100"/>
            <a:chOff x="9251950" y="3536950"/>
            <a:chExt cx="2451100" cy="2832100"/>
          </a:xfrm>
        </p:grpSpPr>
        <p:sp>
          <p:nvSpPr>
            <p:cNvPr id="13" name="object 13"/>
            <p:cNvSpPr/>
            <p:nvPr/>
          </p:nvSpPr>
          <p:spPr>
            <a:xfrm>
              <a:off x="9258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286000" y="0"/>
                  </a:lnTo>
                  <a:lnTo>
                    <a:pt x="2334168" y="7769"/>
                  </a:lnTo>
                  <a:lnTo>
                    <a:pt x="2376003" y="29405"/>
                  </a:lnTo>
                  <a:lnTo>
                    <a:pt x="2408994" y="62396"/>
                  </a:lnTo>
                  <a:lnTo>
                    <a:pt x="2430630" y="104231"/>
                  </a:lnTo>
                  <a:lnTo>
                    <a:pt x="2438400" y="152400"/>
                  </a:lnTo>
                  <a:lnTo>
                    <a:pt x="2438400" y="2667000"/>
                  </a:lnTo>
                  <a:lnTo>
                    <a:pt x="2430630" y="2715168"/>
                  </a:lnTo>
                  <a:lnTo>
                    <a:pt x="2408994" y="2757003"/>
                  </a:lnTo>
                  <a:lnTo>
                    <a:pt x="2376003" y="2789994"/>
                  </a:lnTo>
                  <a:lnTo>
                    <a:pt x="2334168" y="2811630"/>
                  </a:lnTo>
                  <a:lnTo>
                    <a:pt x="2286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58300" y="3543300"/>
              <a:ext cx="2438400" cy="2819400"/>
            </a:xfrm>
            <a:custGeom>
              <a:avLst/>
              <a:gdLst/>
              <a:ahLst/>
              <a:cxnLst/>
              <a:rect l="l" t="t" r="r" b="b"/>
              <a:pathLst>
                <a:path w="2438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2438400" h="2819400">
                  <a:moveTo>
                    <a:pt x="2286000" y="0"/>
                  </a:moveTo>
                  <a:lnTo>
                    <a:pt x="152400" y="0"/>
                  </a:lnTo>
                </a:path>
                <a:path w="2438400" h="2819400">
                  <a:moveTo>
                    <a:pt x="2438400" y="152400"/>
                  </a:moveTo>
                  <a:lnTo>
                    <a:pt x="2430630" y="104229"/>
                  </a:lnTo>
                  <a:lnTo>
                    <a:pt x="2408995" y="62394"/>
                  </a:lnTo>
                  <a:lnTo>
                    <a:pt x="2376005" y="29404"/>
                  </a:lnTo>
                  <a:lnTo>
                    <a:pt x="2334170" y="7769"/>
                  </a:lnTo>
                  <a:lnTo>
                    <a:pt x="2286000" y="0"/>
                  </a:lnTo>
                </a:path>
                <a:path w="2438400" h="2819400">
                  <a:moveTo>
                    <a:pt x="2438400" y="2667000"/>
                  </a:moveTo>
                  <a:lnTo>
                    <a:pt x="2438400" y="152400"/>
                  </a:lnTo>
                </a:path>
                <a:path w="2438400" h="2819400">
                  <a:moveTo>
                    <a:pt x="2286000" y="2819400"/>
                  </a:moveTo>
                  <a:lnTo>
                    <a:pt x="2334170" y="2811630"/>
                  </a:lnTo>
                  <a:lnTo>
                    <a:pt x="2376005" y="2789995"/>
                  </a:lnTo>
                  <a:lnTo>
                    <a:pt x="2408995" y="2757005"/>
                  </a:lnTo>
                  <a:lnTo>
                    <a:pt x="2430630" y="2715170"/>
                  </a:lnTo>
                  <a:lnTo>
                    <a:pt x="2438400" y="2667000"/>
                  </a:lnTo>
                </a:path>
                <a:path w="2438400" h="2819400">
                  <a:moveTo>
                    <a:pt x="2286000" y="2819400"/>
                  </a:moveTo>
                  <a:lnTo>
                    <a:pt x="152400" y="2819400"/>
                  </a:lnTo>
                </a:path>
                <a:path w="2438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2438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244756" y="30564"/>
            <a:ext cx="59956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Technologies</a:t>
            </a:r>
            <a:r>
              <a:rPr sz="2600" spc="360" dirty="0"/>
              <a:t> </a:t>
            </a:r>
            <a:r>
              <a:rPr sz="2600" spc="-310" dirty="0"/>
              <a:t>&amp;</a:t>
            </a:r>
            <a:r>
              <a:rPr sz="2600" spc="360" dirty="0"/>
              <a:t> </a:t>
            </a:r>
            <a:r>
              <a:rPr sz="2600" dirty="0"/>
              <a:t>Implementation</a:t>
            </a:r>
            <a:r>
              <a:rPr sz="2600" spc="360" dirty="0"/>
              <a:t> </a:t>
            </a:r>
            <a:r>
              <a:rPr sz="2600" spc="100" dirty="0"/>
              <a:t>Stack</a:t>
            </a:r>
            <a:endParaRPr sz="2600"/>
          </a:p>
        </p:txBody>
      </p:sp>
      <p:sp>
        <p:nvSpPr>
          <p:cNvPr id="16" name="object 16"/>
          <p:cNvSpPr txBox="1"/>
          <p:nvPr/>
        </p:nvSpPr>
        <p:spPr>
          <a:xfrm>
            <a:off x="1003300" y="6351632"/>
            <a:ext cx="4364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Modern</a:t>
            </a:r>
            <a:r>
              <a:rPr sz="1500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enterprise infrastructure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built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for</a:t>
            </a:r>
            <a:r>
              <a:rPr sz="1500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regulatory compliance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0E4E4A"/>
                </a:solidFill>
                <a:latin typeface="Roboto"/>
                <a:cs typeface="Roboto"/>
              </a:rPr>
              <a:t>zero-</a:t>
            </a:r>
            <a:r>
              <a:rPr sz="1500" spc="-35" dirty="0">
                <a:solidFill>
                  <a:srgbClr val="0E4E4A"/>
                </a:solidFill>
                <a:latin typeface="Roboto"/>
                <a:cs typeface="Roboto"/>
              </a:rPr>
              <a:t>downtime</a:t>
            </a:r>
            <a:r>
              <a:rPr sz="1500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0E4E4A"/>
                </a:solidFill>
                <a:latin typeface="Roboto"/>
                <a:cs typeface="Roboto"/>
              </a:rPr>
              <a:t>monitoring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01960" y="732334"/>
            <a:ext cx="1820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60" dirty="0">
                <a:solidFill>
                  <a:srgbClr val="0E4E4A"/>
                </a:solidFill>
                <a:latin typeface="Cambria"/>
                <a:cs typeface="Cambria"/>
              </a:rPr>
              <a:t>AI</a:t>
            </a:r>
            <a:r>
              <a:rPr sz="1600" b="1" spc="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110" dirty="0">
                <a:solidFill>
                  <a:srgbClr val="0E4E4A"/>
                </a:solidFill>
                <a:latin typeface="Cambria"/>
                <a:cs typeface="Cambria"/>
              </a:rPr>
              <a:t>LLM</a:t>
            </a:r>
            <a:r>
              <a:rPr sz="1600" b="1" spc="4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Platform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70034" y="1568965"/>
            <a:ext cx="1853564" cy="1285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Interprets</a:t>
            </a:r>
            <a:r>
              <a:rPr sz="16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complex, ambiguous</a:t>
            </a:r>
            <a:r>
              <a:rPr sz="16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protocol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criteria</a:t>
            </a:r>
            <a:r>
              <a:rPr sz="1600" b="1" spc="1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classifies</a:t>
            </a:r>
            <a:r>
              <a:rPr sz="16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GCP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deviation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severity.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89839" y="732332"/>
            <a:ext cx="1163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Backend Framework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25000" y="1527842"/>
            <a:ext cx="1798320" cy="1539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High-concurrency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API</a:t>
            </a:r>
            <a:r>
              <a:rPr sz="1600" b="1" spc="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service orchestrating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stream</a:t>
            </a:r>
            <a:r>
              <a:rPr sz="16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ingestion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16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rule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verification.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05457" y="3780332"/>
            <a:ext cx="16706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Database</a:t>
            </a:r>
            <a:r>
              <a:rPr sz="1600" b="1" spc="5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9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5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Audit Storage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8000" y="4628620"/>
            <a:ext cx="1555115" cy="1539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Fully</a:t>
            </a:r>
            <a:r>
              <a:rPr sz="16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partitioned,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encrypted</a:t>
            </a:r>
            <a:r>
              <a:rPr sz="16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data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repository maintaining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an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immutable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audit trail.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90633" y="3780332"/>
            <a:ext cx="10883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Frontend</a:t>
            </a:r>
            <a:r>
              <a:rPr sz="1600" b="1" spc="13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200" dirty="0">
                <a:solidFill>
                  <a:srgbClr val="0E4E4A"/>
                </a:solidFill>
                <a:latin typeface="Cambria"/>
                <a:cs typeface="Cambria"/>
              </a:rPr>
              <a:t>&amp;</a:t>
            </a:r>
            <a:r>
              <a:rPr sz="1600" b="1" spc="45" dirty="0">
                <a:solidFill>
                  <a:srgbClr val="0E4E4A"/>
                </a:solidFill>
                <a:latin typeface="Cambria"/>
                <a:cs typeface="Cambria"/>
              </a:rPr>
              <a:t> Analytics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25000" y="4611027"/>
            <a:ext cx="1822450" cy="1539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Clinical</a:t>
            </a:r>
            <a:r>
              <a:rPr sz="16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operations dashboard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delivering</a:t>
            </a:r>
            <a:r>
              <a:rPr sz="1600" b="1" spc="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site-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level 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16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heatmaps</a:t>
            </a:r>
            <a:r>
              <a:rPr sz="1600" b="1" spc="-25" dirty="0">
                <a:solidFill>
                  <a:srgbClr val="0E4E4A"/>
                </a:solidFill>
                <a:latin typeface="Roboto"/>
                <a:cs typeface="Roboto"/>
              </a:rPr>
              <a:t> and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one-</a:t>
            </a:r>
            <a:r>
              <a:rPr sz="1600" b="1" dirty="0">
                <a:solidFill>
                  <a:srgbClr val="0E4E4A"/>
                </a:solidFill>
                <a:latin typeface="Roboto"/>
                <a:cs typeface="Roboto"/>
              </a:rPr>
              <a:t>click</a:t>
            </a:r>
            <a:r>
              <a:rPr sz="16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0E4E4A"/>
                </a:solidFill>
                <a:latin typeface="Roboto"/>
                <a:cs typeface="Roboto"/>
              </a:rPr>
              <a:t>CAPA </a:t>
            </a:r>
            <a:r>
              <a:rPr sz="1600" b="1" spc="-10" dirty="0">
                <a:solidFill>
                  <a:srgbClr val="0E4E4A"/>
                </a:solidFill>
                <a:latin typeface="Roboto"/>
                <a:cs typeface="Roboto"/>
              </a:rPr>
              <a:t>export.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98950" y="488950"/>
            <a:ext cx="3594100" cy="2832100"/>
            <a:chOff x="4298950" y="488950"/>
            <a:chExt cx="3594100" cy="2832100"/>
          </a:xfrm>
        </p:grpSpPr>
        <p:sp>
          <p:nvSpPr>
            <p:cNvPr id="3" name="object 3"/>
            <p:cNvSpPr/>
            <p:nvPr/>
          </p:nvSpPr>
          <p:spPr>
            <a:xfrm>
              <a:off x="4305300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05300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085368" y="488950"/>
            <a:ext cx="3594100" cy="2832100"/>
            <a:chOff x="8085368" y="488950"/>
            <a:chExt cx="3594100" cy="2832100"/>
          </a:xfrm>
        </p:grpSpPr>
        <p:sp>
          <p:nvSpPr>
            <p:cNvPr id="6" name="object 6"/>
            <p:cNvSpPr/>
            <p:nvPr/>
          </p:nvSpPr>
          <p:spPr>
            <a:xfrm>
              <a:off x="8091718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91718" y="495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298950" y="3536950"/>
            <a:ext cx="3594100" cy="2832100"/>
            <a:chOff x="4298950" y="3536950"/>
            <a:chExt cx="3594100" cy="2832100"/>
          </a:xfrm>
        </p:grpSpPr>
        <p:sp>
          <p:nvSpPr>
            <p:cNvPr id="9" name="object 9"/>
            <p:cNvSpPr/>
            <p:nvPr/>
          </p:nvSpPr>
          <p:spPr>
            <a:xfrm>
              <a:off x="4305300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05300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102961" y="3536950"/>
            <a:ext cx="3594100" cy="2832100"/>
            <a:chOff x="8102961" y="3536950"/>
            <a:chExt cx="3594100" cy="2832100"/>
          </a:xfrm>
        </p:grpSpPr>
        <p:sp>
          <p:nvSpPr>
            <p:cNvPr id="12" name="object 12"/>
            <p:cNvSpPr/>
            <p:nvPr/>
          </p:nvSpPr>
          <p:spPr>
            <a:xfrm>
              <a:off x="8109311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  <a:lnTo>
                    <a:pt x="104231" y="2811630"/>
                  </a:lnTo>
                  <a:lnTo>
                    <a:pt x="62396" y="2789994"/>
                  </a:lnTo>
                  <a:lnTo>
                    <a:pt x="29405" y="2757003"/>
                  </a:lnTo>
                  <a:lnTo>
                    <a:pt x="7769" y="2715168"/>
                  </a:lnTo>
                  <a:lnTo>
                    <a:pt x="0" y="2667000"/>
                  </a:lnTo>
                  <a:lnTo>
                    <a:pt x="0" y="152400"/>
                  </a:ln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3429000" y="0"/>
                  </a:lnTo>
                  <a:lnTo>
                    <a:pt x="3477168" y="7769"/>
                  </a:lnTo>
                  <a:lnTo>
                    <a:pt x="3519003" y="29405"/>
                  </a:lnTo>
                  <a:lnTo>
                    <a:pt x="3551994" y="62396"/>
                  </a:lnTo>
                  <a:lnTo>
                    <a:pt x="3573630" y="104231"/>
                  </a:lnTo>
                  <a:lnTo>
                    <a:pt x="3581400" y="152400"/>
                  </a:lnTo>
                  <a:lnTo>
                    <a:pt x="3581400" y="2667000"/>
                  </a:lnTo>
                  <a:lnTo>
                    <a:pt x="3573630" y="2715168"/>
                  </a:lnTo>
                  <a:lnTo>
                    <a:pt x="3551994" y="2757003"/>
                  </a:lnTo>
                  <a:lnTo>
                    <a:pt x="3519003" y="2789994"/>
                  </a:lnTo>
                  <a:lnTo>
                    <a:pt x="3477168" y="2811630"/>
                  </a:lnTo>
                  <a:lnTo>
                    <a:pt x="3429000" y="281940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09311" y="3543300"/>
              <a:ext cx="3581400" cy="2819400"/>
            </a:xfrm>
            <a:custGeom>
              <a:avLst/>
              <a:gdLst/>
              <a:ahLst/>
              <a:cxnLst/>
              <a:rect l="l" t="t" r="r" b="b"/>
              <a:pathLst>
                <a:path w="3581400" h="2819400">
                  <a:moveTo>
                    <a:pt x="0" y="152400"/>
                  </a:move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</a:path>
                <a:path w="3581400" h="2819400">
                  <a:moveTo>
                    <a:pt x="3429000" y="0"/>
                  </a:moveTo>
                  <a:lnTo>
                    <a:pt x="152400" y="0"/>
                  </a:lnTo>
                </a:path>
                <a:path w="3581400" h="2819400">
                  <a:moveTo>
                    <a:pt x="3581400" y="152400"/>
                  </a:moveTo>
                  <a:lnTo>
                    <a:pt x="3573630" y="104229"/>
                  </a:lnTo>
                  <a:lnTo>
                    <a:pt x="3551995" y="62394"/>
                  </a:lnTo>
                  <a:lnTo>
                    <a:pt x="3519005" y="29404"/>
                  </a:lnTo>
                  <a:lnTo>
                    <a:pt x="3477170" y="7769"/>
                  </a:lnTo>
                  <a:lnTo>
                    <a:pt x="3429000" y="0"/>
                  </a:lnTo>
                </a:path>
                <a:path w="3581400" h="2819400">
                  <a:moveTo>
                    <a:pt x="3581400" y="2667000"/>
                  </a:moveTo>
                  <a:lnTo>
                    <a:pt x="3581400" y="152400"/>
                  </a:lnTo>
                </a:path>
                <a:path w="3581400" h="2819400">
                  <a:moveTo>
                    <a:pt x="3429000" y="2819400"/>
                  </a:moveTo>
                  <a:lnTo>
                    <a:pt x="3477170" y="2811630"/>
                  </a:lnTo>
                  <a:lnTo>
                    <a:pt x="3519005" y="2789995"/>
                  </a:lnTo>
                  <a:lnTo>
                    <a:pt x="3551995" y="2757005"/>
                  </a:lnTo>
                  <a:lnTo>
                    <a:pt x="3573630" y="2715170"/>
                  </a:lnTo>
                  <a:lnTo>
                    <a:pt x="3581400" y="2667000"/>
                  </a:lnTo>
                </a:path>
                <a:path w="3581400" h="2819400">
                  <a:moveTo>
                    <a:pt x="3429000" y="2819400"/>
                  </a:moveTo>
                  <a:lnTo>
                    <a:pt x="152400" y="2819400"/>
                  </a:lnTo>
                </a:path>
                <a:path w="3581400" h="2819400">
                  <a:moveTo>
                    <a:pt x="152400" y="2819400"/>
                  </a:moveTo>
                  <a:lnTo>
                    <a:pt x="104229" y="2811630"/>
                  </a:lnTo>
                  <a:lnTo>
                    <a:pt x="62394" y="2789995"/>
                  </a:lnTo>
                  <a:lnTo>
                    <a:pt x="29404" y="2757005"/>
                  </a:lnTo>
                  <a:lnTo>
                    <a:pt x="7769" y="2715170"/>
                  </a:lnTo>
                  <a:lnTo>
                    <a:pt x="0" y="2667000"/>
                  </a:lnTo>
                </a:path>
                <a:path w="3581400" h="2819400">
                  <a:moveTo>
                    <a:pt x="0" y="2667000"/>
                  </a:moveTo>
                  <a:lnTo>
                    <a:pt x="0" y="152400"/>
                  </a:lnTo>
                </a:path>
              </a:pathLst>
            </a:custGeom>
            <a:ln w="12700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508000" y="414250"/>
            <a:ext cx="3144520" cy="27990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940"/>
              </a:spcBef>
            </a:pPr>
            <a:r>
              <a:rPr spc="-10" dirty="0"/>
              <a:t>Quantiﬁable </a:t>
            </a:r>
            <a:r>
              <a:rPr spc="70" dirty="0"/>
              <a:t>Regulatory </a:t>
            </a:r>
            <a:r>
              <a:rPr spc="-550" dirty="0"/>
              <a:t>&amp; </a:t>
            </a:r>
            <a:r>
              <a:rPr spc="-10" dirty="0"/>
              <a:t>Operational </a:t>
            </a:r>
            <a:r>
              <a:rPr spc="70" dirty="0"/>
              <a:t>Impact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6337" y="5388982"/>
            <a:ext cx="31654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0E4E4A"/>
                </a:solidFill>
                <a:latin typeface="Roboto"/>
                <a:cs typeface="Roboto"/>
              </a:rPr>
              <a:t>Turning</a:t>
            </a:r>
            <a:r>
              <a:rPr sz="20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a</a:t>
            </a:r>
            <a:r>
              <a:rPr sz="20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40" dirty="0">
                <a:solidFill>
                  <a:srgbClr val="0E4E4A"/>
                </a:solidFill>
                <a:latin typeface="Roboto"/>
                <a:cs typeface="Roboto"/>
              </a:rPr>
              <a:t>6–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12</a:t>
            </a:r>
            <a:r>
              <a:rPr sz="20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month</a:t>
            </a:r>
            <a:r>
              <a:rPr sz="2000" spc="-5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audit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into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0E4E4A"/>
                </a:solidFill>
                <a:latin typeface="Roboto"/>
                <a:cs typeface="Roboto"/>
              </a:rPr>
              <a:t>a</a:t>
            </a:r>
            <a:r>
              <a:rPr sz="20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65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2000" spc="-20" dirty="0">
                <a:solidFill>
                  <a:srgbClr val="0E4E4A"/>
                </a:solidFill>
                <a:latin typeface="Roboto"/>
                <a:cs typeface="Roboto"/>
              </a:rPr>
              <a:t>time dashboard</a:t>
            </a:r>
            <a:r>
              <a:rPr sz="2000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0E4E4A"/>
                </a:solidFill>
                <a:latin typeface="Roboto"/>
                <a:cs typeface="Roboto"/>
              </a:rPr>
              <a:t>metric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72000" y="675761"/>
            <a:ext cx="1896745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25" dirty="0">
                <a:solidFill>
                  <a:srgbClr val="0E4E4A"/>
                </a:solidFill>
                <a:latin typeface="Roboto"/>
                <a:cs typeface="Roboto"/>
              </a:rPr>
              <a:t>X%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Protocol</a:t>
            </a:r>
            <a:r>
              <a:rPr sz="1600" b="1" spc="6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deviations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8496" y="1881551"/>
            <a:ext cx="2936875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Protocol</a:t>
            </a:r>
            <a:r>
              <a:rPr sz="2000" b="1" spc="-4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deviations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caught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and</a:t>
            </a:r>
            <a:r>
              <a:rPr sz="2000" b="1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resolved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prior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to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formal</a:t>
            </a:r>
            <a:r>
              <a:rPr sz="20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FDA</a:t>
            </a:r>
            <a:r>
              <a:rPr sz="2000" b="1" spc="-3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inspection.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82000" y="675761"/>
            <a:ext cx="1231900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b="1" spc="-50" dirty="0">
                <a:solidFill>
                  <a:srgbClr val="0E4E4A"/>
                </a:solidFill>
                <a:latin typeface="Roboto"/>
                <a:cs typeface="Roboto"/>
              </a:rPr>
              <a:t>X</a:t>
            </a:r>
            <a:endParaRPr sz="3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Hours</a:t>
            </a:r>
            <a:r>
              <a:rPr sz="1600" b="1" spc="14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saved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82000" y="1881551"/>
            <a:ext cx="3042920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Hours saved</a:t>
            </a:r>
            <a:r>
              <a:rPr sz="20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per</a:t>
            </a:r>
            <a:r>
              <a:rPr sz="20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week</a:t>
            </a:r>
            <a:r>
              <a:rPr sz="2000" b="1" spc="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for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clinical</a:t>
            </a:r>
            <a:r>
              <a:rPr sz="2000" b="1" spc="-6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trial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b="1" spc="-6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managers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through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automated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triage.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18496" y="3458397"/>
            <a:ext cx="2901315" cy="2604770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2190"/>
              </a:spcBef>
            </a:pP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200+</a:t>
            </a:r>
            <a:endParaRPr sz="3150">
              <a:latin typeface="Roboto"/>
              <a:cs typeface="Roboto"/>
            </a:endParaRPr>
          </a:p>
          <a:p>
            <a:pPr marL="66040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Sites</a:t>
            </a:r>
            <a:r>
              <a:rPr sz="1600" b="1" spc="22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monitored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11100"/>
              </a:lnSpc>
              <a:spcBef>
                <a:spcPts val="795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Sites</a:t>
            </a:r>
            <a:r>
              <a:rPr sz="2000" b="1" spc="-9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actively</a:t>
            </a:r>
            <a:r>
              <a:rPr sz="2000" b="1" spc="-9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monitored simultaneously</a:t>
            </a:r>
            <a:r>
              <a:rPr sz="2000" b="1" spc="-10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with</a:t>
            </a:r>
            <a:r>
              <a:rPr sz="2000" b="1" spc="-10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real-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time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risk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index calculations.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82000" y="3458397"/>
            <a:ext cx="2141220" cy="1149985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sz="3150" b="1" spc="-20" dirty="0">
                <a:solidFill>
                  <a:srgbClr val="0E4E4A"/>
                </a:solidFill>
                <a:latin typeface="Roboto"/>
                <a:cs typeface="Roboto"/>
              </a:rPr>
              <a:t>Zero</a:t>
            </a:r>
            <a:endParaRPr sz="3150">
              <a:latin typeface="Roboto"/>
              <a:cs typeface="Roboto"/>
            </a:endParaRPr>
          </a:p>
          <a:p>
            <a:pPr marL="104775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solidFill>
                  <a:srgbClr val="0E4E4A"/>
                </a:solidFill>
                <a:latin typeface="Cambria"/>
                <a:cs typeface="Cambria"/>
              </a:rPr>
              <a:t>Surprise</a:t>
            </a:r>
            <a:r>
              <a:rPr sz="1600" b="1" spc="18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E4E4A"/>
                </a:solidFill>
                <a:latin typeface="Cambria"/>
                <a:cs typeface="Cambria"/>
              </a:rPr>
              <a:t>deﬁciencies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74391" y="4841601"/>
            <a:ext cx="231521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Proactive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0" dirty="0">
                <a:solidFill>
                  <a:srgbClr val="0E4E4A"/>
                </a:solidFill>
                <a:latin typeface="Roboto"/>
                <a:cs typeface="Roboto"/>
              </a:rPr>
              <a:t>CAPA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generation</a:t>
            </a:r>
            <a:r>
              <a:rPr sz="2000" b="1" spc="-50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prevents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warning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0E4E4A"/>
                </a:solidFill>
                <a:latin typeface="Roboto"/>
                <a:cs typeface="Roboto"/>
              </a:rPr>
              <a:t>letters</a:t>
            </a:r>
            <a:r>
              <a:rPr sz="2000" b="1" spc="-3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25" dirty="0">
                <a:solidFill>
                  <a:srgbClr val="0E4E4A"/>
                </a:solidFill>
                <a:latin typeface="Roboto"/>
                <a:cs typeface="Roboto"/>
              </a:rPr>
              <a:t>and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inspection</a:t>
            </a:r>
            <a:r>
              <a:rPr sz="2000" b="1" spc="-4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0E4E4A"/>
                </a:solidFill>
                <a:latin typeface="Roboto"/>
                <a:cs typeface="Roboto"/>
              </a:rPr>
              <a:t>holds.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21305" y="1773361"/>
            <a:ext cx="8149590" cy="4340225"/>
            <a:chOff x="2021305" y="1773361"/>
            <a:chExt cx="8149590" cy="4340225"/>
          </a:xfrm>
        </p:grpSpPr>
        <p:sp>
          <p:nvSpPr>
            <p:cNvPr id="3" name="object 3"/>
            <p:cNvSpPr/>
            <p:nvPr/>
          </p:nvSpPr>
          <p:spPr>
            <a:xfrm>
              <a:off x="2021305" y="1778669"/>
              <a:ext cx="8149590" cy="4329430"/>
            </a:xfrm>
            <a:custGeom>
              <a:avLst/>
              <a:gdLst/>
              <a:ahLst/>
              <a:cxnLst/>
              <a:rect l="l" t="t" r="r" b="b"/>
              <a:pathLst>
                <a:path w="8149590" h="4329430">
                  <a:moveTo>
                    <a:pt x="8149389" y="2164681"/>
                  </a:moveTo>
                  <a:lnTo>
                    <a:pt x="0" y="2164681"/>
                  </a:lnTo>
                </a:path>
                <a:path w="8149590" h="4329430">
                  <a:moveTo>
                    <a:pt x="4075907" y="0"/>
                  </a:moveTo>
                  <a:lnTo>
                    <a:pt x="4075907" y="4329362"/>
                  </a:lnTo>
                </a:path>
              </a:pathLst>
            </a:custGeom>
            <a:ln w="10617">
              <a:solidFill>
                <a:srgbClr val="0E4E4A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7990" y="1778672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0"/>
                  </a:moveTo>
                  <a:lnTo>
                    <a:pt x="509333" y="0"/>
                  </a:lnTo>
                  <a:lnTo>
                    <a:pt x="424446" y="382003"/>
                  </a:lnTo>
                  <a:lnTo>
                    <a:pt x="0" y="382003"/>
                  </a:lnTo>
                  <a:lnTo>
                    <a:pt x="0" y="1782673"/>
                  </a:lnTo>
                  <a:lnTo>
                    <a:pt x="1400670" y="1782673"/>
                  </a:lnTo>
                  <a:lnTo>
                    <a:pt x="1400670" y="1358239"/>
                  </a:lnTo>
                  <a:lnTo>
                    <a:pt x="1782673" y="1273340"/>
                  </a:lnTo>
                  <a:lnTo>
                    <a:pt x="1782673" y="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8003" y="1778669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424447" y="382002"/>
                  </a:moveTo>
                  <a:lnTo>
                    <a:pt x="0" y="382002"/>
                  </a:lnTo>
                  <a:lnTo>
                    <a:pt x="0" y="1782678"/>
                  </a:lnTo>
                  <a:lnTo>
                    <a:pt x="1400676" y="1782678"/>
                  </a:lnTo>
                  <a:lnTo>
                    <a:pt x="1400676" y="1358231"/>
                  </a:lnTo>
                </a:path>
                <a:path w="1783079" h="1783079">
                  <a:moveTo>
                    <a:pt x="254668" y="1528010"/>
                  </a:moveTo>
                  <a:lnTo>
                    <a:pt x="636671" y="1528010"/>
                  </a:lnTo>
                  <a:lnTo>
                    <a:pt x="1782678" y="1273342"/>
                  </a:lnTo>
                </a:path>
                <a:path w="1783079" h="1783079">
                  <a:moveTo>
                    <a:pt x="509336" y="1273342"/>
                  </a:moveTo>
                  <a:lnTo>
                    <a:pt x="254668" y="1528010"/>
                  </a:lnTo>
                  <a:lnTo>
                    <a:pt x="254668" y="1146007"/>
                  </a:lnTo>
                  <a:lnTo>
                    <a:pt x="509336" y="0"/>
                  </a:lnTo>
                </a:path>
                <a:path w="1783079" h="1783079">
                  <a:moveTo>
                    <a:pt x="1782678" y="0"/>
                  </a:moveTo>
                  <a:lnTo>
                    <a:pt x="509336" y="0"/>
                  </a:lnTo>
                  <a:lnTo>
                    <a:pt x="509336" y="1273342"/>
                  </a:lnTo>
                  <a:lnTo>
                    <a:pt x="1782678" y="1273342"/>
                  </a:lnTo>
                  <a:lnTo>
                    <a:pt x="1782678" y="0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77990" y="4325366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509333"/>
                  </a:moveTo>
                  <a:lnTo>
                    <a:pt x="1400670" y="424446"/>
                  </a:lnTo>
                  <a:lnTo>
                    <a:pt x="1400670" y="0"/>
                  </a:lnTo>
                  <a:lnTo>
                    <a:pt x="0" y="0"/>
                  </a:lnTo>
                  <a:lnTo>
                    <a:pt x="0" y="1400670"/>
                  </a:lnTo>
                  <a:lnTo>
                    <a:pt x="424434" y="1400670"/>
                  </a:lnTo>
                  <a:lnTo>
                    <a:pt x="509333" y="1782673"/>
                  </a:lnTo>
                  <a:lnTo>
                    <a:pt x="1782673" y="1782673"/>
                  </a:lnTo>
                  <a:lnTo>
                    <a:pt x="1782673" y="509333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78003" y="4325354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424447" y="1400676"/>
                  </a:moveTo>
                  <a:lnTo>
                    <a:pt x="0" y="1400676"/>
                  </a:lnTo>
                  <a:lnTo>
                    <a:pt x="0" y="0"/>
                  </a:lnTo>
                  <a:lnTo>
                    <a:pt x="1400676" y="0"/>
                  </a:lnTo>
                  <a:lnTo>
                    <a:pt x="1400676" y="424447"/>
                  </a:lnTo>
                </a:path>
                <a:path w="1783079" h="1783079">
                  <a:moveTo>
                    <a:pt x="254668" y="254668"/>
                  </a:moveTo>
                  <a:lnTo>
                    <a:pt x="636671" y="254668"/>
                  </a:lnTo>
                  <a:lnTo>
                    <a:pt x="1782678" y="509336"/>
                  </a:lnTo>
                </a:path>
                <a:path w="1783079" h="1783079">
                  <a:moveTo>
                    <a:pt x="509336" y="509336"/>
                  </a:moveTo>
                  <a:lnTo>
                    <a:pt x="254668" y="254668"/>
                  </a:lnTo>
                  <a:lnTo>
                    <a:pt x="254668" y="636671"/>
                  </a:lnTo>
                  <a:lnTo>
                    <a:pt x="509336" y="1782678"/>
                  </a:lnTo>
                </a:path>
                <a:path w="1783079" h="1783079">
                  <a:moveTo>
                    <a:pt x="1782678" y="1782678"/>
                  </a:moveTo>
                  <a:lnTo>
                    <a:pt x="509336" y="1782678"/>
                  </a:lnTo>
                  <a:lnTo>
                    <a:pt x="509336" y="509336"/>
                  </a:lnTo>
                  <a:lnTo>
                    <a:pt x="1782678" y="509336"/>
                  </a:lnTo>
                  <a:lnTo>
                    <a:pt x="1782678" y="1782678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1310" y="4325366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0"/>
                  </a:moveTo>
                  <a:lnTo>
                    <a:pt x="382003" y="0"/>
                  </a:lnTo>
                  <a:lnTo>
                    <a:pt x="382003" y="424446"/>
                  </a:lnTo>
                  <a:lnTo>
                    <a:pt x="0" y="509333"/>
                  </a:lnTo>
                  <a:lnTo>
                    <a:pt x="0" y="1782673"/>
                  </a:lnTo>
                  <a:lnTo>
                    <a:pt x="1273340" y="1782673"/>
                  </a:lnTo>
                  <a:lnTo>
                    <a:pt x="1358226" y="1400670"/>
                  </a:lnTo>
                  <a:lnTo>
                    <a:pt x="1782673" y="1400670"/>
                  </a:lnTo>
                  <a:lnTo>
                    <a:pt x="1782673" y="0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1318" y="4325354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358231" y="1400676"/>
                  </a:moveTo>
                  <a:lnTo>
                    <a:pt x="1782678" y="1400676"/>
                  </a:lnTo>
                  <a:lnTo>
                    <a:pt x="1782678" y="0"/>
                  </a:lnTo>
                  <a:lnTo>
                    <a:pt x="382002" y="0"/>
                  </a:lnTo>
                  <a:lnTo>
                    <a:pt x="382002" y="424447"/>
                  </a:lnTo>
                </a:path>
                <a:path w="1783079" h="1783079">
                  <a:moveTo>
                    <a:pt x="1528010" y="254668"/>
                  </a:moveTo>
                  <a:lnTo>
                    <a:pt x="1146007" y="254668"/>
                  </a:lnTo>
                  <a:lnTo>
                    <a:pt x="0" y="509336"/>
                  </a:lnTo>
                </a:path>
                <a:path w="1783079" h="1783079">
                  <a:moveTo>
                    <a:pt x="1273342" y="509336"/>
                  </a:moveTo>
                  <a:lnTo>
                    <a:pt x="1528010" y="254668"/>
                  </a:lnTo>
                  <a:lnTo>
                    <a:pt x="1528010" y="636671"/>
                  </a:lnTo>
                  <a:lnTo>
                    <a:pt x="1273342" y="1782678"/>
                  </a:lnTo>
                </a:path>
                <a:path w="1783079" h="1783079">
                  <a:moveTo>
                    <a:pt x="0" y="1782678"/>
                  </a:moveTo>
                  <a:lnTo>
                    <a:pt x="1273342" y="1782678"/>
                  </a:lnTo>
                  <a:lnTo>
                    <a:pt x="1273342" y="509336"/>
                  </a:lnTo>
                  <a:lnTo>
                    <a:pt x="0" y="509336"/>
                  </a:lnTo>
                  <a:lnTo>
                    <a:pt x="0" y="1782678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1310" y="1778672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782673" y="382003"/>
                  </a:moveTo>
                  <a:lnTo>
                    <a:pt x="1358226" y="382003"/>
                  </a:lnTo>
                  <a:lnTo>
                    <a:pt x="1273340" y="0"/>
                  </a:lnTo>
                  <a:lnTo>
                    <a:pt x="0" y="0"/>
                  </a:lnTo>
                  <a:lnTo>
                    <a:pt x="0" y="1273340"/>
                  </a:lnTo>
                  <a:lnTo>
                    <a:pt x="382003" y="1358239"/>
                  </a:lnTo>
                  <a:lnTo>
                    <a:pt x="382003" y="1782673"/>
                  </a:lnTo>
                  <a:lnTo>
                    <a:pt x="1782673" y="1782673"/>
                  </a:lnTo>
                  <a:lnTo>
                    <a:pt x="1782673" y="382003"/>
                  </a:lnTo>
                  <a:close/>
                </a:path>
              </a:pathLst>
            </a:custGeom>
            <a:solidFill>
              <a:srgbClr val="A7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31318" y="1778669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79" h="1783079">
                  <a:moveTo>
                    <a:pt x="1358231" y="382002"/>
                  </a:moveTo>
                  <a:lnTo>
                    <a:pt x="1782678" y="382002"/>
                  </a:lnTo>
                  <a:lnTo>
                    <a:pt x="1782678" y="1782678"/>
                  </a:lnTo>
                  <a:lnTo>
                    <a:pt x="382002" y="1782678"/>
                  </a:lnTo>
                  <a:lnTo>
                    <a:pt x="382002" y="1358231"/>
                  </a:lnTo>
                </a:path>
                <a:path w="1783079" h="1783079">
                  <a:moveTo>
                    <a:pt x="1528010" y="1528010"/>
                  </a:moveTo>
                  <a:lnTo>
                    <a:pt x="1146007" y="1528010"/>
                  </a:lnTo>
                  <a:lnTo>
                    <a:pt x="0" y="1273342"/>
                  </a:lnTo>
                </a:path>
                <a:path w="1783079" h="1783079">
                  <a:moveTo>
                    <a:pt x="1273342" y="1273342"/>
                  </a:moveTo>
                  <a:lnTo>
                    <a:pt x="1528010" y="1528010"/>
                  </a:lnTo>
                  <a:lnTo>
                    <a:pt x="1528010" y="1146007"/>
                  </a:lnTo>
                  <a:lnTo>
                    <a:pt x="1273342" y="0"/>
                  </a:lnTo>
                </a:path>
                <a:path w="1783079" h="1783079">
                  <a:moveTo>
                    <a:pt x="0" y="0"/>
                  </a:moveTo>
                  <a:lnTo>
                    <a:pt x="1273342" y="0"/>
                  </a:lnTo>
                  <a:lnTo>
                    <a:pt x="1273342" y="1273342"/>
                  </a:lnTo>
                  <a:lnTo>
                    <a:pt x="0" y="1273342"/>
                  </a:lnTo>
                  <a:lnTo>
                    <a:pt x="0" y="0"/>
                  </a:lnTo>
                  <a:close/>
                </a:path>
              </a:pathLst>
            </a:custGeom>
            <a:ln w="10617">
              <a:solidFill>
                <a:srgbClr val="F2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85983" y="2033346"/>
              <a:ext cx="3820160" cy="3816985"/>
            </a:xfrm>
            <a:custGeom>
              <a:avLst/>
              <a:gdLst/>
              <a:ahLst/>
              <a:cxnLst/>
              <a:rect l="l" t="t" r="r" b="b"/>
              <a:pathLst>
                <a:path w="3820159" h="3816985">
                  <a:moveTo>
                    <a:pt x="133045" y="3714127"/>
                  </a:moveTo>
                  <a:lnTo>
                    <a:pt x="112712" y="3662057"/>
                  </a:lnTo>
                  <a:lnTo>
                    <a:pt x="111417" y="3644277"/>
                  </a:lnTo>
                  <a:lnTo>
                    <a:pt x="111760" y="3635387"/>
                  </a:lnTo>
                  <a:lnTo>
                    <a:pt x="112826" y="3625227"/>
                  </a:lnTo>
                  <a:lnTo>
                    <a:pt x="114617" y="3616337"/>
                  </a:lnTo>
                  <a:lnTo>
                    <a:pt x="117144" y="3606177"/>
                  </a:lnTo>
                  <a:lnTo>
                    <a:pt x="118224" y="3604907"/>
                  </a:lnTo>
                  <a:lnTo>
                    <a:pt x="118224" y="3602367"/>
                  </a:lnTo>
                  <a:lnTo>
                    <a:pt x="117144" y="3599827"/>
                  </a:lnTo>
                  <a:lnTo>
                    <a:pt x="115646" y="3597287"/>
                  </a:lnTo>
                  <a:lnTo>
                    <a:pt x="113284" y="3596017"/>
                  </a:lnTo>
                  <a:lnTo>
                    <a:pt x="63665" y="3596017"/>
                  </a:lnTo>
                  <a:lnTo>
                    <a:pt x="38874" y="3601097"/>
                  </a:lnTo>
                  <a:lnTo>
                    <a:pt x="18643" y="3615067"/>
                  </a:lnTo>
                  <a:lnTo>
                    <a:pt x="5003" y="3635387"/>
                  </a:lnTo>
                  <a:lnTo>
                    <a:pt x="0" y="3660787"/>
                  </a:lnTo>
                  <a:lnTo>
                    <a:pt x="5003" y="3684917"/>
                  </a:lnTo>
                  <a:lnTo>
                    <a:pt x="18643" y="3705237"/>
                  </a:lnTo>
                  <a:lnTo>
                    <a:pt x="38874" y="3719207"/>
                  </a:lnTo>
                  <a:lnTo>
                    <a:pt x="63665" y="3724287"/>
                  </a:lnTo>
                  <a:lnTo>
                    <a:pt x="127635" y="3724287"/>
                  </a:lnTo>
                  <a:lnTo>
                    <a:pt x="130238" y="3721747"/>
                  </a:lnTo>
                  <a:lnTo>
                    <a:pt x="131470" y="3719207"/>
                  </a:lnTo>
                  <a:lnTo>
                    <a:pt x="133045" y="3717937"/>
                  </a:lnTo>
                  <a:lnTo>
                    <a:pt x="133045" y="3714127"/>
                  </a:lnTo>
                  <a:close/>
                </a:path>
                <a:path w="3820159" h="3816985">
                  <a:moveTo>
                    <a:pt x="160045" y="3538867"/>
                  </a:moveTo>
                  <a:lnTo>
                    <a:pt x="159029" y="3536327"/>
                  </a:lnTo>
                  <a:lnTo>
                    <a:pt x="157251" y="3535057"/>
                  </a:lnTo>
                  <a:lnTo>
                    <a:pt x="139115" y="3516007"/>
                  </a:lnTo>
                  <a:lnTo>
                    <a:pt x="115989" y="3470287"/>
                  </a:lnTo>
                  <a:lnTo>
                    <a:pt x="111569" y="3441077"/>
                  </a:lnTo>
                  <a:lnTo>
                    <a:pt x="108051" y="3437267"/>
                  </a:lnTo>
                  <a:lnTo>
                    <a:pt x="63665" y="3437267"/>
                  </a:lnTo>
                  <a:lnTo>
                    <a:pt x="38874" y="3442347"/>
                  </a:lnTo>
                  <a:lnTo>
                    <a:pt x="18643" y="3456317"/>
                  </a:lnTo>
                  <a:lnTo>
                    <a:pt x="5003" y="3476637"/>
                  </a:lnTo>
                  <a:lnTo>
                    <a:pt x="0" y="3500767"/>
                  </a:lnTo>
                  <a:lnTo>
                    <a:pt x="5003" y="3526167"/>
                  </a:lnTo>
                  <a:lnTo>
                    <a:pt x="18643" y="3546487"/>
                  </a:lnTo>
                  <a:lnTo>
                    <a:pt x="38874" y="3559187"/>
                  </a:lnTo>
                  <a:lnTo>
                    <a:pt x="63665" y="3564267"/>
                  </a:lnTo>
                  <a:lnTo>
                    <a:pt x="141122" y="3564267"/>
                  </a:lnTo>
                  <a:lnTo>
                    <a:pt x="142608" y="3561727"/>
                  </a:lnTo>
                  <a:lnTo>
                    <a:pt x="147002" y="3556647"/>
                  </a:lnTo>
                  <a:lnTo>
                    <a:pt x="151904" y="3551567"/>
                  </a:lnTo>
                  <a:lnTo>
                    <a:pt x="157251" y="3546487"/>
                  </a:lnTo>
                  <a:lnTo>
                    <a:pt x="159029" y="3545217"/>
                  </a:lnTo>
                  <a:lnTo>
                    <a:pt x="160045" y="3542677"/>
                  </a:lnTo>
                  <a:lnTo>
                    <a:pt x="160045" y="3538867"/>
                  </a:lnTo>
                  <a:close/>
                </a:path>
                <a:path w="3820159" h="3816985">
                  <a:moveTo>
                    <a:pt x="160045" y="3331857"/>
                  </a:moveTo>
                  <a:lnTo>
                    <a:pt x="159029" y="3329317"/>
                  </a:lnTo>
                  <a:lnTo>
                    <a:pt x="157251" y="3328047"/>
                  </a:lnTo>
                  <a:lnTo>
                    <a:pt x="146773" y="3317887"/>
                  </a:lnTo>
                  <a:lnTo>
                    <a:pt x="137502" y="3307727"/>
                  </a:lnTo>
                  <a:lnTo>
                    <a:pt x="129501" y="3295027"/>
                  </a:lnTo>
                  <a:lnTo>
                    <a:pt x="122872" y="3283597"/>
                  </a:lnTo>
                  <a:lnTo>
                    <a:pt x="121602" y="3279787"/>
                  </a:lnTo>
                  <a:lnTo>
                    <a:pt x="118732" y="3278517"/>
                  </a:lnTo>
                  <a:lnTo>
                    <a:pt x="63665" y="3278517"/>
                  </a:lnTo>
                  <a:lnTo>
                    <a:pt x="38874" y="3283597"/>
                  </a:lnTo>
                  <a:lnTo>
                    <a:pt x="18643" y="3296297"/>
                  </a:lnTo>
                  <a:lnTo>
                    <a:pt x="5003" y="3316617"/>
                  </a:lnTo>
                  <a:lnTo>
                    <a:pt x="0" y="3342017"/>
                  </a:lnTo>
                  <a:lnTo>
                    <a:pt x="5003" y="3366147"/>
                  </a:lnTo>
                  <a:lnTo>
                    <a:pt x="18643" y="3386467"/>
                  </a:lnTo>
                  <a:lnTo>
                    <a:pt x="38874" y="3400437"/>
                  </a:lnTo>
                  <a:lnTo>
                    <a:pt x="63665" y="3405517"/>
                  </a:lnTo>
                  <a:lnTo>
                    <a:pt x="113360" y="3405517"/>
                  </a:lnTo>
                  <a:lnTo>
                    <a:pt x="116471" y="3402977"/>
                  </a:lnTo>
                  <a:lnTo>
                    <a:pt x="117462" y="3400437"/>
                  </a:lnTo>
                  <a:lnTo>
                    <a:pt x="124104" y="3382657"/>
                  </a:lnTo>
                  <a:lnTo>
                    <a:pt x="133045" y="3367417"/>
                  </a:lnTo>
                  <a:lnTo>
                    <a:pt x="144145" y="3352177"/>
                  </a:lnTo>
                  <a:lnTo>
                    <a:pt x="157251" y="3339477"/>
                  </a:lnTo>
                  <a:lnTo>
                    <a:pt x="159029" y="3338207"/>
                  </a:lnTo>
                  <a:lnTo>
                    <a:pt x="160045" y="3335667"/>
                  </a:lnTo>
                  <a:lnTo>
                    <a:pt x="160045" y="3331857"/>
                  </a:lnTo>
                  <a:close/>
                </a:path>
                <a:path w="3820159" h="3816985">
                  <a:moveTo>
                    <a:pt x="397281" y="44564"/>
                  </a:moveTo>
                  <a:lnTo>
                    <a:pt x="395401" y="35267"/>
                  </a:lnTo>
                  <a:lnTo>
                    <a:pt x="390283" y="27686"/>
                  </a:lnTo>
                  <a:lnTo>
                    <a:pt x="382689" y="22567"/>
                  </a:lnTo>
                  <a:lnTo>
                    <a:pt x="373405" y="20688"/>
                  </a:lnTo>
                  <a:lnTo>
                    <a:pt x="317068" y="24511"/>
                  </a:lnTo>
                  <a:lnTo>
                    <a:pt x="267652" y="35521"/>
                  </a:lnTo>
                  <a:lnTo>
                    <a:pt x="224548" y="53047"/>
                  </a:lnTo>
                  <a:lnTo>
                    <a:pt x="187109" y="76403"/>
                  </a:lnTo>
                  <a:lnTo>
                    <a:pt x="154724" y="104940"/>
                  </a:lnTo>
                  <a:lnTo>
                    <a:pt x="126771" y="137960"/>
                  </a:lnTo>
                  <a:lnTo>
                    <a:pt x="102628" y="174790"/>
                  </a:lnTo>
                  <a:lnTo>
                    <a:pt x="81673" y="214757"/>
                  </a:lnTo>
                  <a:lnTo>
                    <a:pt x="63271" y="257187"/>
                  </a:lnTo>
                  <a:lnTo>
                    <a:pt x="46799" y="301409"/>
                  </a:lnTo>
                  <a:lnTo>
                    <a:pt x="31648" y="346735"/>
                  </a:lnTo>
                  <a:lnTo>
                    <a:pt x="1905" y="440893"/>
                  </a:lnTo>
                  <a:lnTo>
                    <a:pt x="177" y="449859"/>
                  </a:lnTo>
                  <a:lnTo>
                    <a:pt x="279" y="452539"/>
                  </a:lnTo>
                  <a:lnTo>
                    <a:pt x="21259" y="487591"/>
                  </a:lnTo>
                  <a:lnTo>
                    <a:pt x="39154" y="491832"/>
                  </a:lnTo>
                  <a:lnTo>
                    <a:pt x="99961" y="491832"/>
                  </a:lnTo>
                  <a:lnTo>
                    <a:pt x="99961" y="558685"/>
                  </a:lnTo>
                  <a:lnTo>
                    <a:pt x="109080" y="603313"/>
                  </a:lnTo>
                  <a:lnTo>
                    <a:pt x="133731" y="639737"/>
                  </a:lnTo>
                  <a:lnTo>
                    <a:pt x="170218" y="664273"/>
                  </a:lnTo>
                  <a:lnTo>
                    <a:pt x="214871" y="673277"/>
                  </a:lnTo>
                  <a:lnTo>
                    <a:pt x="222834" y="673277"/>
                  </a:lnTo>
                  <a:lnTo>
                    <a:pt x="222834" y="740130"/>
                  </a:lnTo>
                  <a:lnTo>
                    <a:pt x="224713" y="749427"/>
                  </a:lnTo>
                  <a:lnTo>
                    <a:pt x="229831" y="757008"/>
                  </a:lnTo>
                  <a:lnTo>
                    <a:pt x="237413" y="762127"/>
                  </a:lnTo>
                  <a:lnTo>
                    <a:pt x="246710" y="764006"/>
                  </a:lnTo>
                  <a:lnTo>
                    <a:pt x="255993" y="762127"/>
                  </a:lnTo>
                  <a:lnTo>
                    <a:pt x="263588" y="757008"/>
                  </a:lnTo>
                  <a:lnTo>
                    <a:pt x="268706" y="749427"/>
                  </a:lnTo>
                  <a:lnTo>
                    <a:pt x="270586" y="740130"/>
                  </a:lnTo>
                  <a:lnTo>
                    <a:pt x="270510" y="642823"/>
                  </a:lnTo>
                  <a:lnTo>
                    <a:pt x="267741" y="636549"/>
                  </a:lnTo>
                  <a:lnTo>
                    <a:pt x="258127" y="627532"/>
                  </a:lnTo>
                  <a:lnTo>
                    <a:pt x="252641" y="625525"/>
                  </a:lnTo>
                  <a:lnTo>
                    <a:pt x="251701" y="625182"/>
                  </a:lnTo>
                  <a:lnTo>
                    <a:pt x="245122" y="625525"/>
                  </a:lnTo>
                  <a:lnTo>
                    <a:pt x="213283" y="625525"/>
                  </a:lnTo>
                  <a:lnTo>
                    <a:pt x="165900" y="605967"/>
                  </a:lnTo>
                  <a:lnTo>
                    <a:pt x="146113" y="558685"/>
                  </a:lnTo>
                  <a:lnTo>
                    <a:pt x="146011" y="467563"/>
                  </a:lnTo>
                  <a:lnTo>
                    <a:pt x="144056" y="459486"/>
                  </a:lnTo>
                  <a:lnTo>
                    <a:pt x="139242" y="452539"/>
                  </a:lnTo>
                  <a:lnTo>
                    <a:pt x="132295" y="447725"/>
                  </a:lnTo>
                  <a:lnTo>
                    <a:pt x="123837" y="445668"/>
                  </a:lnTo>
                  <a:lnTo>
                    <a:pt x="50939" y="445668"/>
                  </a:lnTo>
                  <a:lnTo>
                    <a:pt x="53975" y="436359"/>
                  </a:lnTo>
                  <a:lnTo>
                    <a:pt x="56934" y="427012"/>
                  </a:lnTo>
                  <a:lnTo>
                    <a:pt x="59842" y="417601"/>
                  </a:lnTo>
                  <a:lnTo>
                    <a:pt x="62712" y="408101"/>
                  </a:lnTo>
                  <a:lnTo>
                    <a:pt x="77597" y="360654"/>
                  </a:lnTo>
                  <a:lnTo>
                    <a:pt x="93027" y="314452"/>
                  </a:lnTo>
                  <a:lnTo>
                    <a:pt x="109715" y="270179"/>
                  </a:lnTo>
                  <a:lnTo>
                    <a:pt x="128371" y="228536"/>
                  </a:lnTo>
                  <a:lnTo>
                    <a:pt x="149707" y="190207"/>
                  </a:lnTo>
                  <a:lnTo>
                    <a:pt x="174409" y="155879"/>
                  </a:lnTo>
                  <a:lnTo>
                    <a:pt x="203212" y="126238"/>
                  </a:lnTo>
                  <a:lnTo>
                    <a:pt x="236791" y="101981"/>
                  </a:lnTo>
                  <a:lnTo>
                    <a:pt x="275882" y="83807"/>
                  </a:lnTo>
                  <a:lnTo>
                    <a:pt x="321183" y="72402"/>
                  </a:lnTo>
                  <a:lnTo>
                    <a:pt x="373405" y="68440"/>
                  </a:lnTo>
                  <a:lnTo>
                    <a:pt x="382689" y="66560"/>
                  </a:lnTo>
                  <a:lnTo>
                    <a:pt x="390283" y="61442"/>
                  </a:lnTo>
                  <a:lnTo>
                    <a:pt x="395401" y="53860"/>
                  </a:lnTo>
                  <a:lnTo>
                    <a:pt x="397281" y="44564"/>
                  </a:lnTo>
                  <a:close/>
                </a:path>
                <a:path w="3820159" h="3816985">
                  <a:moveTo>
                    <a:pt x="588924" y="3644277"/>
                  </a:moveTo>
                  <a:lnTo>
                    <a:pt x="565607" y="3588397"/>
                  </a:lnTo>
                  <a:lnTo>
                    <a:pt x="509333" y="3564267"/>
                  </a:lnTo>
                  <a:lnTo>
                    <a:pt x="382003" y="3564267"/>
                  </a:lnTo>
                  <a:lnTo>
                    <a:pt x="382003" y="3644277"/>
                  </a:lnTo>
                  <a:lnTo>
                    <a:pt x="379501" y="3656977"/>
                  </a:lnTo>
                  <a:lnTo>
                    <a:pt x="372681" y="3667137"/>
                  </a:lnTo>
                  <a:lnTo>
                    <a:pt x="362559" y="3673487"/>
                  </a:lnTo>
                  <a:lnTo>
                    <a:pt x="350164" y="3676027"/>
                  </a:lnTo>
                  <a:lnTo>
                    <a:pt x="337769" y="3673487"/>
                  </a:lnTo>
                  <a:lnTo>
                    <a:pt x="327660" y="3667137"/>
                  </a:lnTo>
                  <a:lnTo>
                    <a:pt x="320840" y="3656977"/>
                  </a:lnTo>
                  <a:lnTo>
                    <a:pt x="318338" y="3644277"/>
                  </a:lnTo>
                  <a:lnTo>
                    <a:pt x="320840" y="3631577"/>
                  </a:lnTo>
                  <a:lnTo>
                    <a:pt x="327660" y="3621417"/>
                  </a:lnTo>
                  <a:lnTo>
                    <a:pt x="337769" y="3615067"/>
                  </a:lnTo>
                  <a:lnTo>
                    <a:pt x="350164" y="3612527"/>
                  </a:lnTo>
                  <a:lnTo>
                    <a:pt x="362559" y="3615067"/>
                  </a:lnTo>
                  <a:lnTo>
                    <a:pt x="372681" y="3621417"/>
                  </a:lnTo>
                  <a:lnTo>
                    <a:pt x="379501" y="3631577"/>
                  </a:lnTo>
                  <a:lnTo>
                    <a:pt x="382003" y="3644277"/>
                  </a:lnTo>
                  <a:lnTo>
                    <a:pt x="382003" y="3564267"/>
                  </a:lnTo>
                  <a:lnTo>
                    <a:pt x="278549" y="3564267"/>
                  </a:lnTo>
                  <a:lnTo>
                    <a:pt x="278549" y="3644277"/>
                  </a:lnTo>
                  <a:lnTo>
                    <a:pt x="276047" y="3656977"/>
                  </a:lnTo>
                  <a:lnTo>
                    <a:pt x="269214" y="3667137"/>
                  </a:lnTo>
                  <a:lnTo>
                    <a:pt x="259092" y="3673487"/>
                  </a:lnTo>
                  <a:lnTo>
                    <a:pt x="246710" y="3676027"/>
                  </a:lnTo>
                  <a:lnTo>
                    <a:pt x="234315" y="3673487"/>
                  </a:lnTo>
                  <a:lnTo>
                    <a:pt x="224193" y="3667137"/>
                  </a:lnTo>
                  <a:lnTo>
                    <a:pt x="217373" y="3656977"/>
                  </a:lnTo>
                  <a:lnTo>
                    <a:pt x="214871" y="3644277"/>
                  </a:lnTo>
                  <a:lnTo>
                    <a:pt x="217373" y="3631577"/>
                  </a:lnTo>
                  <a:lnTo>
                    <a:pt x="224193" y="3621417"/>
                  </a:lnTo>
                  <a:lnTo>
                    <a:pt x="234315" y="3615067"/>
                  </a:lnTo>
                  <a:lnTo>
                    <a:pt x="246710" y="3612527"/>
                  </a:lnTo>
                  <a:lnTo>
                    <a:pt x="259092" y="3615067"/>
                  </a:lnTo>
                  <a:lnTo>
                    <a:pt x="269214" y="3621417"/>
                  </a:lnTo>
                  <a:lnTo>
                    <a:pt x="276047" y="3631577"/>
                  </a:lnTo>
                  <a:lnTo>
                    <a:pt x="278549" y="3644277"/>
                  </a:lnTo>
                  <a:lnTo>
                    <a:pt x="278549" y="3564267"/>
                  </a:lnTo>
                  <a:lnTo>
                    <a:pt x="238747" y="3564267"/>
                  </a:lnTo>
                  <a:lnTo>
                    <a:pt x="207772" y="3570617"/>
                  </a:lnTo>
                  <a:lnTo>
                    <a:pt x="182473" y="3588397"/>
                  </a:lnTo>
                  <a:lnTo>
                    <a:pt x="165417" y="3613797"/>
                  </a:lnTo>
                  <a:lnTo>
                    <a:pt x="159169" y="3644277"/>
                  </a:lnTo>
                  <a:lnTo>
                    <a:pt x="165417" y="3674757"/>
                  </a:lnTo>
                  <a:lnTo>
                    <a:pt x="182473" y="3700157"/>
                  </a:lnTo>
                  <a:lnTo>
                    <a:pt x="207772" y="3717937"/>
                  </a:lnTo>
                  <a:lnTo>
                    <a:pt x="238747" y="3724287"/>
                  </a:lnTo>
                  <a:lnTo>
                    <a:pt x="509333" y="3724287"/>
                  </a:lnTo>
                  <a:lnTo>
                    <a:pt x="540308" y="3717937"/>
                  </a:lnTo>
                  <a:lnTo>
                    <a:pt x="565607" y="3700157"/>
                  </a:lnTo>
                  <a:lnTo>
                    <a:pt x="581812" y="3676027"/>
                  </a:lnTo>
                  <a:lnTo>
                    <a:pt x="582663" y="3674757"/>
                  </a:lnTo>
                  <a:lnTo>
                    <a:pt x="588924" y="3644277"/>
                  </a:lnTo>
                  <a:close/>
                </a:path>
                <a:path w="3820159" h="3816985">
                  <a:moveTo>
                    <a:pt x="588924" y="3437267"/>
                  </a:moveTo>
                  <a:lnTo>
                    <a:pt x="565607" y="3381387"/>
                  </a:lnTo>
                  <a:lnTo>
                    <a:pt x="509333" y="3357257"/>
                  </a:lnTo>
                  <a:lnTo>
                    <a:pt x="382003" y="3357257"/>
                  </a:lnTo>
                  <a:lnTo>
                    <a:pt x="382003" y="3437267"/>
                  </a:lnTo>
                  <a:lnTo>
                    <a:pt x="379501" y="3449967"/>
                  </a:lnTo>
                  <a:lnTo>
                    <a:pt x="372681" y="3460127"/>
                  </a:lnTo>
                  <a:lnTo>
                    <a:pt x="362559" y="3466477"/>
                  </a:lnTo>
                  <a:lnTo>
                    <a:pt x="350164" y="3469017"/>
                  </a:lnTo>
                  <a:lnTo>
                    <a:pt x="337769" y="3466477"/>
                  </a:lnTo>
                  <a:lnTo>
                    <a:pt x="327660" y="3460127"/>
                  </a:lnTo>
                  <a:lnTo>
                    <a:pt x="320840" y="3449967"/>
                  </a:lnTo>
                  <a:lnTo>
                    <a:pt x="318338" y="3437267"/>
                  </a:lnTo>
                  <a:lnTo>
                    <a:pt x="320840" y="3424567"/>
                  </a:lnTo>
                  <a:lnTo>
                    <a:pt x="327660" y="3414407"/>
                  </a:lnTo>
                  <a:lnTo>
                    <a:pt x="337769" y="3408057"/>
                  </a:lnTo>
                  <a:lnTo>
                    <a:pt x="350164" y="3405517"/>
                  </a:lnTo>
                  <a:lnTo>
                    <a:pt x="362559" y="3408057"/>
                  </a:lnTo>
                  <a:lnTo>
                    <a:pt x="372681" y="3414407"/>
                  </a:lnTo>
                  <a:lnTo>
                    <a:pt x="379501" y="3424567"/>
                  </a:lnTo>
                  <a:lnTo>
                    <a:pt x="382003" y="3437267"/>
                  </a:lnTo>
                  <a:lnTo>
                    <a:pt x="382003" y="3357257"/>
                  </a:lnTo>
                  <a:lnTo>
                    <a:pt x="278549" y="3357257"/>
                  </a:lnTo>
                  <a:lnTo>
                    <a:pt x="278549" y="3437267"/>
                  </a:lnTo>
                  <a:lnTo>
                    <a:pt x="276047" y="3449967"/>
                  </a:lnTo>
                  <a:lnTo>
                    <a:pt x="269214" y="3460127"/>
                  </a:lnTo>
                  <a:lnTo>
                    <a:pt x="259092" y="3466477"/>
                  </a:lnTo>
                  <a:lnTo>
                    <a:pt x="246710" y="3469017"/>
                  </a:lnTo>
                  <a:lnTo>
                    <a:pt x="234315" y="3466477"/>
                  </a:lnTo>
                  <a:lnTo>
                    <a:pt x="224193" y="3460127"/>
                  </a:lnTo>
                  <a:lnTo>
                    <a:pt x="217373" y="3449967"/>
                  </a:lnTo>
                  <a:lnTo>
                    <a:pt x="214871" y="3437267"/>
                  </a:lnTo>
                  <a:lnTo>
                    <a:pt x="217373" y="3424567"/>
                  </a:lnTo>
                  <a:lnTo>
                    <a:pt x="224193" y="3414407"/>
                  </a:lnTo>
                  <a:lnTo>
                    <a:pt x="234315" y="3408057"/>
                  </a:lnTo>
                  <a:lnTo>
                    <a:pt x="246710" y="3405517"/>
                  </a:lnTo>
                  <a:lnTo>
                    <a:pt x="259092" y="3408057"/>
                  </a:lnTo>
                  <a:lnTo>
                    <a:pt x="269214" y="3414407"/>
                  </a:lnTo>
                  <a:lnTo>
                    <a:pt x="276047" y="3424567"/>
                  </a:lnTo>
                  <a:lnTo>
                    <a:pt x="278549" y="3437267"/>
                  </a:lnTo>
                  <a:lnTo>
                    <a:pt x="278549" y="3357257"/>
                  </a:lnTo>
                  <a:lnTo>
                    <a:pt x="238747" y="3357257"/>
                  </a:lnTo>
                  <a:lnTo>
                    <a:pt x="207772" y="3363607"/>
                  </a:lnTo>
                  <a:lnTo>
                    <a:pt x="182473" y="3381387"/>
                  </a:lnTo>
                  <a:lnTo>
                    <a:pt x="165417" y="3406787"/>
                  </a:lnTo>
                  <a:lnTo>
                    <a:pt x="159169" y="3437267"/>
                  </a:lnTo>
                  <a:lnTo>
                    <a:pt x="165417" y="3467747"/>
                  </a:lnTo>
                  <a:lnTo>
                    <a:pt x="182473" y="3493147"/>
                  </a:lnTo>
                  <a:lnTo>
                    <a:pt x="207772" y="3510927"/>
                  </a:lnTo>
                  <a:lnTo>
                    <a:pt x="238747" y="3517277"/>
                  </a:lnTo>
                  <a:lnTo>
                    <a:pt x="509333" y="3517277"/>
                  </a:lnTo>
                  <a:lnTo>
                    <a:pt x="540308" y="3510927"/>
                  </a:lnTo>
                  <a:lnTo>
                    <a:pt x="565607" y="3493147"/>
                  </a:lnTo>
                  <a:lnTo>
                    <a:pt x="581812" y="3469017"/>
                  </a:lnTo>
                  <a:lnTo>
                    <a:pt x="582663" y="3467747"/>
                  </a:lnTo>
                  <a:lnTo>
                    <a:pt x="588924" y="3437267"/>
                  </a:lnTo>
                  <a:close/>
                </a:path>
                <a:path w="3820159" h="3816985">
                  <a:moveTo>
                    <a:pt x="588924" y="3230257"/>
                  </a:moveTo>
                  <a:lnTo>
                    <a:pt x="565607" y="3174377"/>
                  </a:lnTo>
                  <a:lnTo>
                    <a:pt x="509333" y="3151517"/>
                  </a:lnTo>
                  <a:lnTo>
                    <a:pt x="382003" y="3151517"/>
                  </a:lnTo>
                  <a:lnTo>
                    <a:pt x="382003" y="3230257"/>
                  </a:lnTo>
                  <a:lnTo>
                    <a:pt x="379501" y="3242957"/>
                  </a:lnTo>
                  <a:lnTo>
                    <a:pt x="372681" y="3253117"/>
                  </a:lnTo>
                  <a:lnTo>
                    <a:pt x="362559" y="3259467"/>
                  </a:lnTo>
                  <a:lnTo>
                    <a:pt x="350164" y="3262007"/>
                  </a:lnTo>
                  <a:lnTo>
                    <a:pt x="337769" y="3259467"/>
                  </a:lnTo>
                  <a:lnTo>
                    <a:pt x="327660" y="3253117"/>
                  </a:lnTo>
                  <a:lnTo>
                    <a:pt x="320840" y="3242957"/>
                  </a:lnTo>
                  <a:lnTo>
                    <a:pt x="318338" y="3230257"/>
                  </a:lnTo>
                  <a:lnTo>
                    <a:pt x="320840" y="3217557"/>
                  </a:lnTo>
                  <a:lnTo>
                    <a:pt x="327660" y="3207397"/>
                  </a:lnTo>
                  <a:lnTo>
                    <a:pt x="337769" y="3201047"/>
                  </a:lnTo>
                  <a:lnTo>
                    <a:pt x="350164" y="3198507"/>
                  </a:lnTo>
                  <a:lnTo>
                    <a:pt x="362559" y="3201047"/>
                  </a:lnTo>
                  <a:lnTo>
                    <a:pt x="372681" y="3207397"/>
                  </a:lnTo>
                  <a:lnTo>
                    <a:pt x="379501" y="3217557"/>
                  </a:lnTo>
                  <a:lnTo>
                    <a:pt x="382003" y="3230257"/>
                  </a:lnTo>
                  <a:lnTo>
                    <a:pt x="382003" y="3151517"/>
                  </a:lnTo>
                  <a:lnTo>
                    <a:pt x="278549" y="3151517"/>
                  </a:lnTo>
                  <a:lnTo>
                    <a:pt x="278549" y="3230257"/>
                  </a:lnTo>
                  <a:lnTo>
                    <a:pt x="276047" y="3242957"/>
                  </a:lnTo>
                  <a:lnTo>
                    <a:pt x="269214" y="3253117"/>
                  </a:lnTo>
                  <a:lnTo>
                    <a:pt x="259092" y="3259467"/>
                  </a:lnTo>
                  <a:lnTo>
                    <a:pt x="246710" y="3262007"/>
                  </a:lnTo>
                  <a:lnTo>
                    <a:pt x="234315" y="3259467"/>
                  </a:lnTo>
                  <a:lnTo>
                    <a:pt x="224193" y="3253117"/>
                  </a:lnTo>
                  <a:lnTo>
                    <a:pt x="217373" y="3242957"/>
                  </a:lnTo>
                  <a:lnTo>
                    <a:pt x="214871" y="3230257"/>
                  </a:lnTo>
                  <a:lnTo>
                    <a:pt x="217373" y="3217557"/>
                  </a:lnTo>
                  <a:lnTo>
                    <a:pt x="224193" y="3207397"/>
                  </a:lnTo>
                  <a:lnTo>
                    <a:pt x="234315" y="3201047"/>
                  </a:lnTo>
                  <a:lnTo>
                    <a:pt x="246710" y="3198507"/>
                  </a:lnTo>
                  <a:lnTo>
                    <a:pt x="259092" y="3201047"/>
                  </a:lnTo>
                  <a:lnTo>
                    <a:pt x="269214" y="3207397"/>
                  </a:lnTo>
                  <a:lnTo>
                    <a:pt x="276047" y="3217557"/>
                  </a:lnTo>
                  <a:lnTo>
                    <a:pt x="278549" y="3230257"/>
                  </a:lnTo>
                  <a:lnTo>
                    <a:pt x="278549" y="3151517"/>
                  </a:lnTo>
                  <a:lnTo>
                    <a:pt x="238747" y="3151517"/>
                  </a:lnTo>
                  <a:lnTo>
                    <a:pt x="207772" y="3156597"/>
                  </a:lnTo>
                  <a:lnTo>
                    <a:pt x="182473" y="3174377"/>
                  </a:lnTo>
                  <a:lnTo>
                    <a:pt x="165417" y="3199777"/>
                  </a:lnTo>
                  <a:lnTo>
                    <a:pt x="159169" y="3230257"/>
                  </a:lnTo>
                  <a:lnTo>
                    <a:pt x="165417" y="3262007"/>
                  </a:lnTo>
                  <a:lnTo>
                    <a:pt x="182473" y="3286137"/>
                  </a:lnTo>
                  <a:lnTo>
                    <a:pt x="207772" y="3303917"/>
                  </a:lnTo>
                  <a:lnTo>
                    <a:pt x="238747" y="3310267"/>
                  </a:lnTo>
                  <a:lnTo>
                    <a:pt x="509333" y="3310267"/>
                  </a:lnTo>
                  <a:lnTo>
                    <a:pt x="540308" y="3303917"/>
                  </a:lnTo>
                  <a:lnTo>
                    <a:pt x="565607" y="3286137"/>
                  </a:lnTo>
                  <a:lnTo>
                    <a:pt x="582663" y="3262007"/>
                  </a:lnTo>
                  <a:lnTo>
                    <a:pt x="588924" y="3230257"/>
                  </a:lnTo>
                  <a:close/>
                </a:path>
                <a:path w="3820159" h="3816985">
                  <a:moveTo>
                    <a:pt x="633564" y="510730"/>
                  </a:moveTo>
                  <a:lnTo>
                    <a:pt x="630567" y="502081"/>
                  </a:lnTo>
                  <a:lnTo>
                    <a:pt x="624141" y="494919"/>
                  </a:lnTo>
                  <a:lnTo>
                    <a:pt x="619175" y="491159"/>
                  </a:lnTo>
                  <a:lnTo>
                    <a:pt x="612762" y="489534"/>
                  </a:lnTo>
                  <a:lnTo>
                    <a:pt x="600163" y="491451"/>
                  </a:lnTo>
                  <a:lnTo>
                    <a:pt x="594525" y="494919"/>
                  </a:lnTo>
                  <a:lnTo>
                    <a:pt x="590829" y="500100"/>
                  </a:lnTo>
                  <a:lnTo>
                    <a:pt x="577900" y="516102"/>
                  </a:lnTo>
                  <a:lnTo>
                    <a:pt x="563841" y="531075"/>
                  </a:lnTo>
                  <a:lnTo>
                    <a:pt x="548703" y="544969"/>
                  </a:lnTo>
                  <a:lnTo>
                    <a:pt x="532574" y="557720"/>
                  </a:lnTo>
                  <a:lnTo>
                    <a:pt x="526465" y="562330"/>
                  </a:lnTo>
                  <a:lnTo>
                    <a:pt x="522833" y="569493"/>
                  </a:lnTo>
                  <a:lnTo>
                    <a:pt x="522706" y="740130"/>
                  </a:lnTo>
                  <a:lnTo>
                    <a:pt x="546582" y="764006"/>
                  </a:lnTo>
                  <a:lnTo>
                    <a:pt x="555866" y="762127"/>
                  </a:lnTo>
                  <a:lnTo>
                    <a:pt x="563460" y="757008"/>
                  </a:lnTo>
                  <a:lnTo>
                    <a:pt x="568579" y="749427"/>
                  </a:lnTo>
                  <a:lnTo>
                    <a:pt x="570458" y="740130"/>
                  </a:lnTo>
                  <a:lnTo>
                    <a:pt x="570458" y="588924"/>
                  </a:lnTo>
                  <a:lnTo>
                    <a:pt x="586574" y="575284"/>
                  </a:lnTo>
                  <a:lnTo>
                    <a:pt x="601751" y="560616"/>
                  </a:lnTo>
                  <a:lnTo>
                    <a:pt x="615937" y="544969"/>
                  </a:lnTo>
                  <a:lnTo>
                    <a:pt x="629031" y="528434"/>
                  </a:lnTo>
                  <a:lnTo>
                    <a:pt x="633107" y="519874"/>
                  </a:lnTo>
                  <a:lnTo>
                    <a:pt x="633564" y="510730"/>
                  </a:lnTo>
                  <a:close/>
                </a:path>
                <a:path w="3820159" h="3816985">
                  <a:moveTo>
                    <a:pt x="763612" y="381596"/>
                  </a:moveTo>
                  <a:lnTo>
                    <a:pt x="758786" y="367677"/>
                  </a:lnTo>
                  <a:lnTo>
                    <a:pt x="757186" y="363029"/>
                  </a:lnTo>
                  <a:lnTo>
                    <a:pt x="745045" y="348310"/>
                  </a:lnTo>
                  <a:lnTo>
                    <a:pt x="728599" y="338632"/>
                  </a:lnTo>
                  <a:lnTo>
                    <a:pt x="709256" y="335203"/>
                  </a:lnTo>
                  <a:lnTo>
                    <a:pt x="709256" y="335838"/>
                  </a:lnTo>
                  <a:lnTo>
                    <a:pt x="693928" y="338239"/>
                  </a:lnTo>
                  <a:lnTo>
                    <a:pt x="680135" y="344665"/>
                  </a:lnTo>
                  <a:lnTo>
                    <a:pt x="668642" y="354647"/>
                  </a:lnTo>
                  <a:lnTo>
                    <a:pt x="660222" y="367677"/>
                  </a:lnTo>
                  <a:lnTo>
                    <a:pt x="545896" y="367677"/>
                  </a:lnTo>
                  <a:lnTo>
                    <a:pt x="542912" y="366483"/>
                  </a:lnTo>
                  <a:lnTo>
                    <a:pt x="538226" y="361797"/>
                  </a:lnTo>
                  <a:lnTo>
                    <a:pt x="536943" y="358584"/>
                  </a:lnTo>
                  <a:lnTo>
                    <a:pt x="537032" y="320878"/>
                  </a:lnTo>
                  <a:lnTo>
                    <a:pt x="537349" y="316750"/>
                  </a:lnTo>
                  <a:lnTo>
                    <a:pt x="537337" y="312394"/>
                  </a:lnTo>
                  <a:lnTo>
                    <a:pt x="537032" y="308470"/>
                  </a:lnTo>
                  <a:lnTo>
                    <a:pt x="572998" y="308470"/>
                  </a:lnTo>
                  <a:lnTo>
                    <a:pt x="581355" y="321564"/>
                  </a:lnTo>
                  <a:lnTo>
                    <a:pt x="592836" y="331571"/>
                  </a:lnTo>
                  <a:lnTo>
                    <a:pt x="606666" y="337985"/>
                  </a:lnTo>
                  <a:lnTo>
                    <a:pt x="622033" y="340296"/>
                  </a:lnTo>
                  <a:lnTo>
                    <a:pt x="641210" y="336753"/>
                  </a:lnTo>
                  <a:lnTo>
                    <a:pt x="657504" y="327063"/>
                  </a:lnTo>
                  <a:lnTo>
                    <a:pt x="669531" y="312394"/>
                  </a:lnTo>
                  <a:lnTo>
                    <a:pt x="673328" y="301409"/>
                  </a:lnTo>
                  <a:lnTo>
                    <a:pt x="675906" y="293890"/>
                  </a:lnTo>
                  <a:lnTo>
                    <a:pt x="675424" y="274447"/>
                  </a:lnTo>
                  <a:lnTo>
                    <a:pt x="668413" y="256832"/>
                  </a:lnTo>
                  <a:lnTo>
                    <a:pt x="655840" y="242646"/>
                  </a:lnTo>
                  <a:lnTo>
                    <a:pt x="638632" y="233438"/>
                  </a:lnTo>
                  <a:lnTo>
                    <a:pt x="619290" y="230835"/>
                  </a:lnTo>
                  <a:lnTo>
                    <a:pt x="600786" y="234988"/>
                  </a:lnTo>
                  <a:lnTo>
                    <a:pt x="584796" y="245173"/>
                  </a:lnTo>
                  <a:lnTo>
                    <a:pt x="572998" y="260718"/>
                  </a:lnTo>
                  <a:lnTo>
                    <a:pt x="535762" y="260718"/>
                  </a:lnTo>
                  <a:lnTo>
                    <a:pt x="536054" y="257187"/>
                  </a:lnTo>
                  <a:lnTo>
                    <a:pt x="536105" y="252437"/>
                  </a:lnTo>
                  <a:lnTo>
                    <a:pt x="535762" y="248297"/>
                  </a:lnTo>
                  <a:lnTo>
                    <a:pt x="535673" y="213144"/>
                  </a:lnTo>
                  <a:lnTo>
                    <a:pt x="536943" y="209943"/>
                  </a:lnTo>
                  <a:lnTo>
                    <a:pt x="541642" y="205244"/>
                  </a:lnTo>
                  <a:lnTo>
                    <a:pt x="544855" y="203962"/>
                  </a:lnTo>
                  <a:lnTo>
                    <a:pt x="658888" y="203962"/>
                  </a:lnTo>
                  <a:lnTo>
                    <a:pt x="669759" y="219151"/>
                  </a:lnTo>
                  <a:lnTo>
                    <a:pt x="684555" y="229552"/>
                  </a:lnTo>
                  <a:lnTo>
                    <a:pt x="701929" y="234569"/>
                  </a:lnTo>
                  <a:lnTo>
                    <a:pt x="722287" y="233438"/>
                  </a:lnTo>
                  <a:lnTo>
                    <a:pt x="720712" y="233438"/>
                  </a:lnTo>
                  <a:lnTo>
                    <a:pt x="737603" y="226390"/>
                  </a:lnTo>
                  <a:lnTo>
                    <a:pt x="751052" y="214287"/>
                  </a:lnTo>
                  <a:lnTo>
                    <a:pt x="756793" y="203962"/>
                  </a:lnTo>
                  <a:lnTo>
                    <a:pt x="759828" y="198475"/>
                  </a:lnTo>
                  <a:lnTo>
                    <a:pt x="762977" y="180174"/>
                  </a:lnTo>
                  <a:lnTo>
                    <a:pt x="759828" y="161874"/>
                  </a:lnTo>
                  <a:lnTo>
                    <a:pt x="751052" y="146062"/>
                  </a:lnTo>
                  <a:lnTo>
                    <a:pt x="737603" y="133972"/>
                  </a:lnTo>
                  <a:lnTo>
                    <a:pt x="720471" y="126809"/>
                  </a:lnTo>
                  <a:lnTo>
                    <a:pt x="701929" y="125780"/>
                  </a:lnTo>
                  <a:lnTo>
                    <a:pt x="684555" y="130810"/>
                  </a:lnTo>
                  <a:lnTo>
                    <a:pt x="669759" y="141198"/>
                  </a:lnTo>
                  <a:lnTo>
                    <a:pt x="658952" y="156298"/>
                  </a:lnTo>
                  <a:lnTo>
                    <a:pt x="549452" y="156298"/>
                  </a:lnTo>
                  <a:lnTo>
                    <a:pt x="506806" y="173824"/>
                  </a:lnTo>
                  <a:lnTo>
                    <a:pt x="490334" y="205244"/>
                  </a:lnTo>
                  <a:lnTo>
                    <a:pt x="489280" y="216471"/>
                  </a:lnTo>
                  <a:lnTo>
                    <a:pt x="489280" y="255155"/>
                  </a:lnTo>
                  <a:lnTo>
                    <a:pt x="483717" y="260718"/>
                  </a:lnTo>
                  <a:lnTo>
                    <a:pt x="445668" y="260718"/>
                  </a:lnTo>
                  <a:lnTo>
                    <a:pt x="479094" y="113639"/>
                  </a:lnTo>
                  <a:lnTo>
                    <a:pt x="516343" y="84035"/>
                  </a:lnTo>
                  <a:lnTo>
                    <a:pt x="577773" y="84035"/>
                  </a:lnTo>
                  <a:lnTo>
                    <a:pt x="589330" y="99860"/>
                  </a:lnTo>
                  <a:lnTo>
                    <a:pt x="605193" y="110363"/>
                  </a:lnTo>
                  <a:lnTo>
                    <a:pt x="623697" y="114820"/>
                  </a:lnTo>
                  <a:lnTo>
                    <a:pt x="643153" y="112496"/>
                  </a:lnTo>
                  <a:lnTo>
                    <a:pt x="660552" y="103479"/>
                  </a:lnTo>
                  <a:lnTo>
                    <a:pt x="673341" y="89395"/>
                  </a:lnTo>
                  <a:lnTo>
                    <a:pt x="675551" y="84035"/>
                  </a:lnTo>
                  <a:lnTo>
                    <a:pt x="675640" y="83807"/>
                  </a:lnTo>
                  <a:lnTo>
                    <a:pt x="680567" y="71793"/>
                  </a:lnTo>
                  <a:lnTo>
                    <a:pt x="680681" y="68440"/>
                  </a:lnTo>
                  <a:lnTo>
                    <a:pt x="680745" y="66560"/>
                  </a:lnTo>
                  <a:lnTo>
                    <a:pt x="681228" y="52209"/>
                  </a:lnTo>
                  <a:lnTo>
                    <a:pt x="674966" y="33642"/>
                  </a:lnTo>
                  <a:lnTo>
                    <a:pt x="662990" y="18859"/>
                  </a:lnTo>
                  <a:lnTo>
                    <a:pt x="646684" y="9042"/>
                  </a:lnTo>
                  <a:lnTo>
                    <a:pt x="627443" y="5410"/>
                  </a:lnTo>
                  <a:lnTo>
                    <a:pt x="612025" y="7734"/>
                  </a:lnTo>
                  <a:lnTo>
                    <a:pt x="598131" y="14160"/>
                  </a:lnTo>
                  <a:lnTo>
                    <a:pt x="586562" y="24168"/>
                  </a:lnTo>
                  <a:lnTo>
                    <a:pt x="578091" y="37249"/>
                  </a:lnTo>
                  <a:lnTo>
                    <a:pt x="516661" y="37249"/>
                  </a:lnTo>
                  <a:lnTo>
                    <a:pt x="463054" y="55956"/>
                  </a:lnTo>
                  <a:lnTo>
                    <a:pt x="432930" y="104101"/>
                  </a:lnTo>
                  <a:lnTo>
                    <a:pt x="396963" y="260718"/>
                  </a:lnTo>
                  <a:lnTo>
                    <a:pt x="289687" y="260718"/>
                  </a:lnTo>
                  <a:lnTo>
                    <a:pt x="280390" y="262597"/>
                  </a:lnTo>
                  <a:lnTo>
                    <a:pt x="272808" y="267716"/>
                  </a:lnTo>
                  <a:lnTo>
                    <a:pt x="267690" y="275297"/>
                  </a:lnTo>
                  <a:lnTo>
                    <a:pt x="265811" y="284594"/>
                  </a:lnTo>
                  <a:lnTo>
                    <a:pt x="267690" y="293890"/>
                  </a:lnTo>
                  <a:lnTo>
                    <a:pt x="272757" y="301409"/>
                  </a:lnTo>
                  <a:lnTo>
                    <a:pt x="280390" y="306590"/>
                  </a:lnTo>
                  <a:lnTo>
                    <a:pt x="289687" y="308470"/>
                  </a:lnTo>
                  <a:lnTo>
                    <a:pt x="477507" y="308470"/>
                  </a:lnTo>
                  <a:lnTo>
                    <a:pt x="483666" y="309397"/>
                  </a:lnTo>
                  <a:lnTo>
                    <a:pt x="488238" y="314655"/>
                  </a:lnTo>
                  <a:lnTo>
                    <a:pt x="488365" y="354647"/>
                  </a:lnTo>
                  <a:lnTo>
                    <a:pt x="489572" y="366153"/>
                  </a:lnTo>
                  <a:lnTo>
                    <a:pt x="515734" y="404291"/>
                  </a:lnTo>
                  <a:lnTo>
                    <a:pt x="549452" y="413842"/>
                  </a:lnTo>
                  <a:lnTo>
                    <a:pt x="660222" y="413842"/>
                  </a:lnTo>
                  <a:lnTo>
                    <a:pt x="671817" y="429704"/>
                  </a:lnTo>
                  <a:lnTo>
                    <a:pt x="687743" y="440207"/>
                  </a:lnTo>
                  <a:lnTo>
                    <a:pt x="706297" y="444627"/>
                  </a:lnTo>
                  <a:lnTo>
                    <a:pt x="725805" y="442226"/>
                  </a:lnTo>
                  <a:lnTo>
                    <a:pt x="743204" y="433120"/>
                  </a:lnTo>
                  <a:lnTo>
                    <a:pt x="755954" y="418934"/>
                  </a:lnTo>
                  <a:lnTo>
                    <a:pt x="763092" y="401231"/>
                  </a:lnTo>
                  <a:lnTo>
                    <a:pt x="763206" y="396875"/>
                  </a:lnTo>
                  <a:lnTo>
                    <a:pt x="763612" y="381596"/>
                  </a:lnTo>
                  <a:close/>
                </a:path>
                <a:path w="3820159" h="3816985">
                  <a:moveTo>
                    <a:pt x="764006" y="3660787"/>
                  </a:moveTo>
                  <a:lnTo>
                    <a:pt x="759002" y="3635387"/>
                  </a:lnTo>
                  <a:lnTo>
                    <a:pt x="745350" y="3615067"/>
                  </a:lnTo>
                  <a:lnTo>
                    <a:pt x="725119" y="3601097"/>
                  </a:lnTo>
                  <a:lnTo>
                    <a:pt x="700341" y="3596017"/>
                  </a:lnTo>
                  <a:lnTo>
                    <a:pt x="636079" y="3596017"/>
                  </a:lnTo>
                  <a:lnTo>
                    <a:pt x="633717" y="3597287"/>
                  </a:lnTo>
                  <a:lnTo>
                    <a:pt x="632218" y="3599827"/>
                  </a:lnTo>
                  <a:lnTo>
                    <a:pt x="631126" y="3602367"/>
                  </a:lnTo>
                  <a:lnTo>
                    <a:pt x="631126" y="3604907"/>
                  </a:lnTo>
                  <a:lnTo>
                    <a:pt x="632218" y="3606177"/>
                  </a:lnTo>
                  <a:lnTo>
                    <a:pt x="634415" y="3616337"/>
                  </a:lnTo>
                  <a:lnTo>
                    <a:pt x="635889" y="3625227"/>
                  </a:lnTo>
                  <a:lnTo>
                    <a:pt x="636638" y="3635387"/>
                  </a:lnTo>
                  <a:lnTo>
                    <a:pt x="636676" y="3644277"/>
                  </a:lnTo>
                  <a:lnTo>
                    <a:pt x="635381" y="3662057"/>
                  </a:lnTo>
                  <a:lnTo>
                    <a:pt x="631545" y="3679837"/>
                  </a:lnTo>
                  <a:lnTo>
                    <a:pt x="625271" y="3696347"/>
                  </a:lnTo>
                  <a:lnTo>
                    <a:pt x="616610" y="3711587"/>
                  </a:lnTo>
                  <a:lnTo>
                    <a:pt x="615048" y="3714127"/>
                  </a:lnTo>
                  <a:lnTo>
                    <a:pt x="615048" y="3717937"/>
                  </a:lnTo>
                  <a:lnTo>
                    <a:pt x="616610" y="3719207"/>
                  </a:lnTo>
                  <a:lnTo>
                    <a:pt x="617855" y="3721747"/>
                  </a:lnTo>
                  <a:lnTo>
                    <a:pt x="620458" y="3724287"/>
                  </a:lnTo>
                  <a:lnTo>
                    <a:pt x="700341" y="3724287"/>
                  </a:lnTo>
                  <a:lnTo>
                    <a:pt x="725119" y="3719207"/>
                  </a:lnTo>
                  <a:lnTo>
                    <a:pt x="745350" y="3705237"/>
                  </a:lnTo>
                  <a:lnTo>
                    <a:pt x="759002" y="3684917"/>
                  </a:lnTo>
                  <a:lnTo>
                    <a:pt x="764006" y="3660787"/>
                  </a:lnTo>
                  <a:close/>
                </a:path>
                <a:path w="3820159" h="3816985">
                  <a:moveTo>
                    <a:pt x="764006" y="3500767"/>
                  </a:moveTo>
                  <a:lnTo>
                    <a:pt x="759002" y="3476637"/>
                  </a:lnTo>
                  <a:lnTo>
                    <a:pt x="745350" y="3456317"/>
                  </a:lnTo>
                  <a:lnTo>
                    <a:pt x="725119" y="3442347"/>
                  </a:lnTo>
                  <a:lnTo>
                    <a:pt x="700341" y="3437267"/>
                  </a:lnTo>
                  <a:lnTo>
                    <a:pt x="640041" y="3437267"/>
                  </a:lnTo>
                  <a:lnTo>
                    <a:pt x="636524" y="3441077"/>
                  </a:lnTo>
                  <a:lnTo>
                    <a:pt x="636460" y="3442347"/>
                  </a:lnTo>
                  <a:lnTo>
                    <a:pt x="636358" y="3444887"/>
                  </a:lnTo>
                  <a:lnTo>
                    <a:pt x="632091" y="3470287"/>
                  </a:lnTo>
                  <a:lnTo>
                    <a:pt x="622833" y="3494417"/>
                  </a:lnTo>
                  <a:lnTo>
                    <a:pt x="608965" y="3516007"/>
                  </a:lnTo>
                  <a:lnTo>
                    <a:pt x="590829" y="3535057"/>
                  </a:lnTo>
                  <a:lnTo>
                    <a:pt x="589064" y="3536327"/>
                  </a:lnTo>
                  <a:lnTo>
                    <a:pt x="588048" y="3538867"/>
                  </a:lnTo>
                  <a:lnTo>
                    <a:pt x="588048" y="3542677"/>
                  </a:lnTo>
                  <a:lnTo>
                    <a:pt x="589064" y="3545217"/>
                  </a:lnTo>
                  <a:lnTo>
                    <a:pt x="590829" y="3546487"/>
                  </a:lnTo>
                  <a:lnTo>
                    <a:pt x="596176" y="3551567"/>
                  </a:lnTo>
                  <a:lnTo>
                    <a:pt x="601091" y="3556647"/>
                  </a:lnTo>
                  <a:lnTo>
                    <a:pt x="605472" y="3561727"/>
                  </a:lnTo>
                  <a:lnTo>
                    <a:pt x="606971" y="3564267"/>
                  </a:lnTo>
                  <a:lnTo>
                    <a:pt x="700341" y="3564267"/>
                  </a:lnTo>
                  <a:lnTo>
                    <a:pt x="725119" y="3559187"/>
                  </a:lnTo>
                  <a:lnTo>
                    <a:pt x="745350" y="3546487"/>
                  </a:lnTo>
                  <a:lnTo>
                    <a:pt x="759002" y="3526167"/>
                  </a:lnTo>
                  <a:lnTo>
                    <a:pt x="764006" y="3500767"/>
                  </a:lnTo>
                  <a:close/>
                </a:path>
                <a:path w="3820159" h="3816985">
                  <a:moveTo>
                    <a:pt x="764006" y="3342017"/>
                  </a:moveTo>
                  <a:lnTo>
                    <a:pt x="759002" y="3316617"/>
                  </a:lnTo>
                  <a:lnTo>
                    <a:pt x="745350" y="3296297"/>
                  </a:lnTo>
                  <a:lnTo>
                    <a:pt x="725119" y="3283597"/>
                  </a:lnTo>
                  <a:lnTo>
                    <a:pt x="700341" y="3278517"/>
                  </a:lnTo>
                  <a:lnTo>
                    <a:pt x="629361" y="3278517"/>
                  </a:lnTo>
                  <a:lnTo>
                    <a:pt x="626478" y="3279787"/>
                  </a:lnTo>
                  <a:lnTo>
                    <a:pt x="625208" y="3283597"/>
                  </a:lnTo>
                  <a:lnTo>
                    <a:pt x="618578" y="3295027"/>
                  </a:lnTo>
                  <a:lnTo>
                    <a:pt x="610577" y="3307727"/>
                  </a:lnTo>
                  <a:lnTo>
                    <a:pt x="601306" y="3317887"/>
                  </a:lnTo>
                  <a:lnTo>
                    <a:pt x="590829" y="3328047"/>
                  </a:lnTo>
                  <a:lnTo>
                    <a:pt x="589064" y="3329317"/>
                  </a:lnTo>
                  <a:lnTo>
                    <a:pt x="588048" y="3331857"/>
                  </a:lnTo>
                  <a:lnTo>
                    <a:pt x="588048" y="3335667"/>
                  </a:lnTo>
                  <a:lnTo>
                    <a:pt x="589064" y="3338207"/>
                  </a:lnTo>
                  <a:lnTo>
                    <a:pt x="590829" y="3339477"/>
                  </a:lnTo>
                  <a:lnTo>
                    <a:pt x="603923" y="3352177"/>
                  </a:lnTo>
                  <a:lnTo>
                    <a:pt x="615035" y="3367417"/>
                  </a:lnTo>
                  <a:lnTo>
                    <a:pt x="623976" y="3382657"/>
                  </a:lnTo>
                  <a:lnTo>
                    <a:pt x="630618" y="3400437"/>
                  </a:lnTo>
                  <a:lnTo>
                    <a:pt x="631609" y="3402977"/>
                  </a:lnTo>
                  <a:lnTo>
                    <a:pt x="634720" y="3405517"/>
                  </a:lnTo>
                  <a:lnTo>
                    <a:pt x="700341" y="3405517"/>
                  </a:lnTo>
                  <a:lnTo>
                    <a:pt x="725119" y="3400437"/>
                  </a:lnTo>
                  <a:lnTo>
                    <a:pt x="745350" y="3386467"/>
                  </a:lnTo>
                  <a:lnTo>
                    <a:pt x="759002" y="3366147"/>
                  </a:lnTo>
                  <a:lnTo>
                    <a:pt x="764006" y="3342017"/>
                  </a:lnTo>
                  <a:close/>
                </a:path>
                <a:path w="3820159" h="3816985">
                  <a:moveTo>
                    <a:pt x="3392347" y="3315500"/>
                  </a:moveTo>
                  <a:lnTo>
                    <a:pt x="3385693" y="3299701"/>
                  </a:lnTo>
                  <a:lnTo>
                    <a:pt x="3383038" y="3293402"/>
                  </a:lnTo>
                  <a:lnTo>
                    <a:pt x="3352952" y="3263315"/>
                  </a:lnTo>
                  <a:lnTo>
                    <a:pt x="3347301" y="3254692"/>
                  </a:lnTo>
                  <a:lnTo>
                    <a:pt x="3345421" y="3244913"/>
                  </a:lnTo>
                  <a:lnTo>
                    <a:pt x="3347301" y="3235147"/>
                  </a:lnTo>
                  <a:lnTo>
                    <a:pt x="3352952" y="3226524"/>
                  </a:lnTo>
                  <a:lnTo>
                    <a:pt x="3379622" y="3199854"/>
                  </a:lnTo>
                  <a:lnTo>
                    <a:pt x="3383064" y="3196399"/>
                  </a:lnTo>
                  <a:lnTo>
                    <a:pt x="3392335" y="3174796"/>
                  </a:lnTo>
                  <a:lnTo>
                    <a:pt x="3392220" y="3174301"/>
                  </a:lnTo>
                  <a:lnTo>
                    <a:pt x="3392132" y="3173933"/>
                  </a:lnTo>
                  <a:lnTo>
                    <a:pt x="3387217" y="3153791"/>
                  </a:lnTo>
                  <a:lnTo>
                    <a:pt x="3379533" y="3146895"/>
                  </a:lnTo>
                  <a:lnTo>
                    <a:pt x="3379025" y="3146437"/>
                  </a:lnTo>
                  <a:lnTo>
                    <a:pt x="3370808" y="3139059"/>
                  </a:lnTo>
                  <a:lnTo>
                    <a:pt x="3346234" y="3136239"/>
                  </a:lnTo>
                  <a:lnTo>
                    <a:pt x="3306127" y="3146272"/>
                  </a:lnTo>
                  <a:lnTo>
                    <a:pt x="3295739" y="3146437"/>
                  </a:lnTo>
                  <a:lnTo>
                    <a:pt x="3285655" y="3142513"/>
                  </a:lnTo>
                  <a:lnTo>
                    <a:pt x="3277451" y="3135452"/>
                  </a:lnTo>
                  <a:lnTo>
                    <a:pt x="3274364" y="3129445"/>
                  </a:lnTo>
                  <a:lnTo>
                    <a:pt x="3274364" y="3248266"/>
                  </a:lnTo>
                  <a:lnTo>
                    <a:pt x="3260242" y="3284474"/>
                  </a:lnTo>
                  <a:lnTo>
                    <a:pt x="3224238" y="3299701"/>
                  </a:lnTo>
                  <a:lnTo>
                    <a:pt x="3211157" y="3297961"/>
                  </a:lnTo>
                  <a:lnTo>
                    <a:pt x="3180372" y="3273882"/>
                  </a:lnTo>
                  <a:lnTo>
                    <a:pt x="3174085" y="3248266"/>
                  </a:lnTo>
                  <a:lnTo>
                    <a:pt x="3178530" y="3229318"/>
                  </a:lnTo>
                  <a:lnTo>
                    <a:pt x="3189389" y="3213951"/>
                  </a:lnTo>
                  <a:lnTo>
                    <a:pt x="3205137" y="3203638"/>
                  </a:lnTo>
                  <a:lnTo>
                    <a:pt x="3224225" y="3199879"/>
                  </a:lnTo>
                  <a:lnTo>
                    <a:pt x="3243326" y="3203638"/>
                  </a:lnTo>
                  <a:lnTo>
                    <a:pt x="3259061" y="3213951"/>
                  </a:lnTo>
                  <a:lnTo>
                    <a:pt x="3269919" y="3229318"/>
                  </a:lnTo>
                  <a:lnTo>
                    <a:pt x="3274364" y="3248266"/>
                  </a:lnTo>
                  <a:lnTo>
                    <a:pt x="3274364" y="3129445"/>
                  </a:lnTo>
                  <a:lnTo>
                    <a:pt x="3272701" y="3126206"/>
                  </a:lnTo>
                  <a:lnTo>
                    <a:pt x="3259302" y="3086074"/>
                  </a:lnTo>
                  <a:lnTo>
                    <a:pt x="3245586" y="3065386"/>
                  </a:lnTo>
                  <a:lnTo>
                    <a:pt x="3224644" y="3058503"/>
                  </a:lnTo>
                  <a:lnTo>
                    <a:pt x="3204311" y="3065386"/>
                  </a:lnTo>
                  <a:lnTo>
                    <a:pt x="3192449" y="3086074"/>
                  </a:lnTo>
                  <a:lnTo>
                    <a:pt x="3179076" y="3126206"/>
                  </a:lnTo>
                  <a:lnTo>
                    <a:pt x="3174327" y="3136862"/>
                  </a:lnTo>
                  <a:lnTo>
                    <a:pt x="3166122" y="3143758"/>
                  </a:lnTo>
                  <a:lnTo>
                    <a:pt x="3156026" y="3146895"/>
                  </a:lnTo>
                  <a:lnTo>
                    <a:pt x="3145625" y="3146272"/>
                  </a:lnTo>
                  <a:lnTo>
                    <a:pt x="3105518" y="3136239"/>
                  </a:lnTo>
                  <a:lnTo>
                    <a:pt x="3080969" y="3137636"/>
                  </a:lnTo>
                  <a:lnTo>
                    <a:pt x="3064573" y="3152521"/>
                  </a:lnTo>
                  <a:lnTo>
                    <a:pt x="3059544" y="3173933"/>
                  </a:lnTo>
                  <a:lnTo>
                    <a:pt x="3059658" y="3174796"/>
                  </a:lnTo>
                  <a:lnTo>
                    <a:pt x="3068751" y="3196399"/>
                  </a:lnTo>
                  <a:lnTo>
                    <a:pt x="3095460" y="3233242"/>
                  </a:lnTo>
                  <a:lnTo>
                    <a:pt x="3101098" y="3241852"/>
                  </a:lnTo>
                  <a:lnTo>
                    <a:pt x="3102978" y="3251619"/>
                  </a:lnTo>
                  <a:lnTo>
                    <a:pt x="3101098" y="3261385"/>
                  </a:lnTo>
                  <a:lnTo>
                    <a:pt x="3095460" y="3270008"/>
                  </a:lnTo>
                  <a:lnTo>
                    <a:pt x="3065373" y="3300120"/>
                  </a:lnTo>
                  <a:lnTo>
                    <a:pt x="3056090" y="3321735"/>
                  </a:lnTo>
                  <a:lnTo>
                    <a:pt x="3061220" y="3342729"/>
                  </a:lnTo>
                  <a:lnTo>
                    <a:pt x="3077629" y="3357461"/>
                  </a:lnTo>
                  <a:lnTo>
                    <a:pt x="3102203" y="3360280"/>
                  </a:lnTo>
                  <a:lnTo>
                    <a:pt x="3142310" y="3350260"/>
                  </a:lnTo>
                  <a:lnTo>
                    <a:pt x="3152711" y="3350107"/>
                  </a:lnTo>
                  <a:lnTo>
                    <a:pt x="3162795" y="3354019"/>
                  </a:lnTo>
                  <a:lnTo>
                    <a:pt x="3170986" y="3361067"/>
                  </a:lnTo>
                  <a:lnTo>
                    <a:pt x="3175736" y="3370313"/>
                  </a:lnTo>
                  <a:lnTo>
                    <a:pt x="3189109" y="3410420"/>
                  </a:lnTo>
                  <a:lnTo>
                    <a:pt x="3193910" y="3421570"/>
                  </a:lnTo>
                  <a:lnTo>
                    <a:pt x="3201898" y="3430295"/>
                  </a:lnTo>
                  <a:lnTo>
                    <a:pt x="3212261" y="3435997"/>
                  </a:lnTo>
                  <a:lnTo>
                    <a:pt x="3224149" y="3438017"/>
                  </a:lnTo>
                  <a:lnTo>
                    <a:pt x="3224301" y="3438017"/>
                  </a:lnTo>
                  <a:lnTo>
                    <a:pt x="3259340" y="3410420"/>
                  </a:lnTo>
                  <a:lnTo>
                    <a:pt x="3272739" y="3370313"/>
                  </a:lnTo>
                  <a:lnTo>
                    <a:pt x="3277476" y="3359658"/>
                  </a:lnTo>
                  <a:lnTo>
                    <a:pt x="3285680" y="3352762"/>
                  </a:lnTo>
                  <a:lnTo>
                    <a:pt x="3294253" y="3350107"/>
                  </a:lnTo>
                  <a:lnTo>
                    <a:pt x="3295764" y="3349637"/>
                  </a:lnTo>
                  <a:lnTo>
                    <a:pt x="3306165" y="3350260"/>
                  </a:lnTo>
                  <a:lnTo>
                    <a:pt x="3346272" y="3353562"/>
                  </a:lnTo>
                  <a:lnTo>
                    <a:pt x="3370821" y="3352165"/>
                  </a:lnTo>
                  <a:lnTo>
                    <a:pt x="3373615" y="3349637"/>
                  </a:lnTo>
                  <a:lnTo>
                    <a:pt x="3387229" y="3337280"/>
                  </a:lnTo>
                  <a:lnTo>
                    <a:pt x="3392347" y="3315500"/>
                  </a:lnTo>
                  <a:close/>
                </a:path>
                <a:path w="3820159" h="3816985">
                  <a:moveTo>
                    <a:pt x="3447415" y="3565360"/>
                  </a:moveTo>
                  <a:lnTo>
                    <a:pt x="3446234" y="3557155"/>
                  </a:lnTo>
                  <a:lnTo>
                    <a:pt x="3442957" y="3549485"/>
                  </a:lnTo>
                  <a:lnTo>
                    <a:pt x="3437699" y="3542842"/>
                  </a:lnTo>
                  <a:lnTo>
                    <a:pt x="3412464" y="3517595"/>
                  </a:lnTo>
                  <a:lnTo>
                    <a:pt x="3437699" y="3492360"/>
                  </a:lnTo>
                  <a:lnTo>
                    <a:pt x="3444684" y="3481832"/>
                  </a:lnTo>
                  <a:lnTo>
                    <a:pt x="3447021" y="3469856"/>
                  </a:lnTo>
                  <a:lnTo>
                    <a:pt x="3444684" y="3457879"/>
                  </a:lnTo>
                  <a:lnTo>
                    <a:pt x="3437699" y="3447351"/>
                  </a:lnTo>
                  <a:lnTo>
                    <a:pt x="3427171" y="3440353"/>
                  </a:lnTo>
                  <a:lnTo>
                    <a:pt x="3415246" y="3438017"/>
                  </a:lnTo>
                  <a:lnTo>
                    <a:pt x="3403219" y="3440353"/>
                  </a:lnTo>
                  <a:lnTo>
                    <a:pt x="3392690" y="3447351"/>
                  </a:lnTo>
                  <a:lnTo>
                    <a:pt x="3344938" y="3495103"/>
                  </a:lnTo>
                  <a:lnTo>
                    <a:pt x="3337953" y="3505631"/>
                  </a:lnTo>
                  <a:lnTo>
                    <a:pt x="3335617" y="3517595"/>
                  </a:lnTo>
                  <a:lnTo>
                    <a:pt x="3337953" y="3529584"/>
                  </a:lnTo>
                  <a:lnTo>
                    <a:pt x="3392690" y="3587864"/>
                  </a:lnTo>
                  <a:lnTo>
                    <a:pt x="3415233" y="3597579"/>
                  </a:lnTo>
                  <a:lnTo>
                    <a:pt x="3423640" y="3596538"/>
                  </a:lnTo>
                  <a:lnTo>
                    <a:pt x="3447415" y="3565360"/>
                  </a:lnTo>
                  <a:close/>
                </a:path>
                <a:path w="3820159" h="3816985">
                  <a:moveTo>
                    <a:pt x="3469856" y="428485"/>
                  </a:moveTo>
                  <a:lnTo>
                    <a:pt x="3468725" y="419188"/>
                  </a:lnTo>
                  <a:lnTo>
                    <a:pt x="3468039" y="413766"/>
                  </a:lnTo>
                  <a:lnTo>
                    <a:pt x="3463899" y="404507"/>
                  </a:lnTo>
                  <a:lnTo>
                    <a:pt x="3462197" y="400685"/>
                  </a:lnTo>
                  <a:lnTo>
                    <a:pt x="3452749" y="389788"/>
                  </a:lnTo>
                  <a:lnTo>
                    <a:pt x="3440239" y="382003"/>
                  </a:lnTo>
                  <a:lnTo>
                    <a:pt x="3396551" y="368185"/>
                  </a:lnTo>
                  <a:lnTo>
                    <a:pt x="3382568" y="365061"/>
                  </a:lnTo>
                  <a:lnTo>
                    <a:pt x="3382568" y="518731"/>
                  </a:lnTo>
                  <a:lnTo>
                    <a:pt x="3382302" y="525259"/>
                  </a:lnTo>
                  <a:lnTo>
                    <a:pt x="3382302" y="524217"/>
                  </a:lnTo>
                  <a:lnTo>
                    <a:pt x="3380346" y="533222"/>
                  </a:lnTo>
                  <a:lnTo>
                    <a:pt x="3375228" y="540766"/>
                  </a:lnTo>
                  <a:lnTo>
                    <a:pt x="3367671" y="545896"/>
                  </a:lnTo>
                  <a:lnTo>
                    <a:pt x="3358438" y="547852"/>
                  </a:lnTo>
                  <a:lnTo>
                    <a:pt x="3290366" y="547852"/>
                  </a:lnTo>
                  <a:lnTo>
                    <a:pt x="3286810" y="551421"/>
                  </a:lnTo>
                  <a:lnTo>
                    <a:pt x="3286810" y="619480"/>
                  </a:lnTo>
                  <a:lnTo>
                    <a:pt x="3284944" y="628777"/>
                  </a:lnTo>
                  <a:lnTo>
                    <a:pt x="3279825" y="636358"/>
                  </a:lnTo>
                  <a:lnTo>
                    <a:pt x="3272231" y="641477"/>
                  </a:lnTo>
                  <a:lnTo>
                    <a:pt x="3262934" y="643356"/>
                  </a:lnTo>
                  <a:lnTo>
                    <a:pt x="3253651" y="641477"/>
                  </a:lnTo>
                  <a:lnTo>
                    <a:pt x="3246056" y="636358"/>
                  </a:lnTo>
                  <a:lnTo>
                    <a:pt x="3240938" y="628777"/>
                  </a:lnTo>
                  <a:lnTo>
                    <a:pt x="3239058" y="619480"/>
                  </a:lnTo>
                  <a:lnTo>
                    <a:pt x="3239058" y="551421"/>
                  </a:lnTo>
                  <a:lnTo>
                    <a:pt x="3235490" y="547852"/>
                  </a:lnTo>
                  <a:lnTo>
                    <a:pt x="3167430" y="547852"/>
                  </a:lnTo>
                  <a:lnTo>
                    <a:pt x="3157740" y="545896"/>
                  </a:lnTo>
                  <a:lnTo>
                    <a:pt x="3158020" y="545896"/>
                  </a:lnTo>
                  <a:lnTo>
                    <a:pt x="3150489" y="540766"/>
                  </a:lnTo>
                  <a:lnTo>
                    <a:pt x="3145421" y="533222"/>
                  </a:lnTo>
                  <a:lnTo>
                    <a:pt x="3143605" y="524217"/>
                  </a:lnTo>
                  <a:lnTo>
                    <a:pt x="3143618" y="523671"/>
                  </a:lnTo>
                  <a:lnTo>
                    <a:pt x="3145434" y="514680"/>
                  </a:lnTo>
                  <a:lnTo>
                    <a:pt x="3150552" y="507098"/>
                  </a:lnTo>
                  <a:lnTo>
                    <a:pt x="3158147" y="501980"/>
                  </a:lnTo>
                  <a:lnTo>
                    <a:pt x="3167430" y="500100"/>
                  </a:lnTo>
                  <a:lnTo>
                    <a:pt x="3235490" y="500100"/>
                  </a:lnTo>
                  <a:lnTo>
                    <a:pt x="3239058" y="496544"/>
                  </a:lnTo>
                  <a:lnTo>
                    <a:pt x="3239058" y="428485"/>
                  </a:lnTo>
                  <a:lnTo>
                    <a:pt x="3240938" y="419188"/>
                  </a:lnTo>
                  <a:lnTo>
                    <a:pt x="3246056" y="411594"/>
                  </a:lnTo>
                  <a:lnTo>
                    <a:pt x="3253651" y="406488"/>
                  </a:lnTo>
                  <a:lnTo>
                    <a:pt x="3262934" y="404609"/>
                  </a:lnTo>
                  <a:lnTo>
                    <a:pt x="3272231" y="406488"/>
                  </a:lnTo>
                  <a:lnTo>
                    <a:pt x="3279825" y="411594"/>
                  </a:lnTo>
                  <a:lnTo>
                    <a:pt x="3284944" y="419188"/>
                  </a:lnTo>
                  <a:lnTo>
                    <a:pt x="3286810" y="428485"/>
                  </a:lnTo>
                  <a:lnTo>
                    <a:pt x="3286810" y="496544"/>
                  </a:lnTo>
                  <a:lnTo>
                    <a:pt x="3290366" y="500100"/>
                  </a:lnTo>
                  <a:lnTo>
                    <a:pt x="3364763" y="500100"/>
                  </a:lnTo>
                  <a:lnTo>
                    <a:pt x="3371177" y="502907"/>
                  </a:lnTo>
                  <a:lnTo>
                    <a:pt x="3380181" y="512381"/>
                  </a:lnTo>
                  <a:lnTo>
                    <a:pt x="3382568" y="518731"/>
                  </a:lnTo>
                  <a:lnTo>
                    <a:pt x="3382568" y="365061"/>
                  </a:lnTo>
                  <a:lnTo>
                    <a:pt x="3352165" y="358241"/>
                  </a:lnTo>
                  <a:lnTo>
                    <a:pt x="3351834" y="358241"/>
                  </a:lnTo>
                  <a:lnTo>
                    <a:pt x="3306648" y="352158"/>
                  </a:lnTo>
                  <a:lnTo>
                    <a:pt x="3304692" y="352158"/>
                  </a:lnTo>
                  <a:lnTo>
                    <a:pt x="3262299" y="350164"/>
                  </a:lnTo>
                  <a:lnTo>
                    <a:pt x="3218535" y="352158"/>
                  </a:lnTo>
                  <a:lnTo>
                    <a:pt x="3217659" y="352158"/>
                  </a:lnTo>
                  <a:lnTo>
                    <a:pt x="3172549" y="358241"/>
                  </a:lnTo>
                  <a:lnTo>
                    <a:pt x="3128594" y="368185"/>
                  </a:lnTo>
                  <a:lnTo>
                    <a:pt x="3085617" y="382003"/>
                  </a:lnTo>
                  <a:lnTo>
                    <a:pt x="3057842" y="413766"/>
                  </a:lnTo>
                  <a:lnTo>
                    <a:pt x="3056013" y="428485"/>
                  </a:lnTo>
                  <a:lnTo>
                    <a:pt x="3056013" y="536397"/>
                  </a:lnTo>
                  <a:lnTo>
                    <a:pt x="3063913" y="584542"/>
                  </a:lnTo>
                  <a:lnTo>
                    <a:pt x="3080778" y="629348"/>
                  </a:lnTo>
                  <a:lnTo>
                    <a:pt x="3105797" y="669683"/>
                  </a:lnTo>
                  <a:lnTo>
                    <a:pt x="3138106" y="704456"/>
                  </a:lnTo>
                  <a:lnTo>
                    <a:pt x="3176867" y="732548"/>
                  </a:lnTo>
                  <a:lnTo>
                    <a:pt x="3221228" y="752868"/>
                  </a:lnTo>
                  <a:lnTo>
                    <a:pt x="3262299" y="764006"/>
                  </a:lnTo>
                  <a:lnTo>
                    <a:pt x="3272904" y="762596"/>
                  </a:lnTo>
                  <a:lnTo>
                    <a:pt x="3349739" y="730084"/>
                  </a:lnTo>
                  <a:lnTo>
                    <a:pt x="3390100" y="699998"/>
                  </a:lnTo>
                  <a:lnTo>
                    <a:pt x="3423374" y="664083"/>
                  </a:lnTo>
                  <a:lnTo>
                    <a:pt x="3448481" y="623849"/>
                  </a:lnTo>
                  <a:lnTo>
                    <a:pt x="3464331" y="580796"/>
                  </a:lnTo>
                  <a:lnTo>
                    <a:pt x="3469856" y="536397"/>
                  </a:lnTo>
                  <a:lnTo>
                    <a:pt x="3469856" y="525259"/>
                  </a:lnTo>
                  <a:lnTo>
                    <a:pt x="3469856" y="428485"/>
                  </a:lnTo>
                  <a:close/>
                </a:path>
                <a:path w="3820159" h="3816985">
                  <a:moveTo>
                    <a:pt x="3590239" y="3440036"/>
                  </a:moveTo>
                  <a:lnTo>
                    <a:pt x="3588664" y="3427933"/>
                  </a:lnTo>
                  <a:lnTo>
                    <a:pt x="3582657" y="3417303"/>
                  </a:lnTo>
                  <a:lnTo>
                    <a:pt x="3572675" y="3409531"/>
                  </a:lnTo>
                  <a:lnTo>
                    <a:pt x="3560470" y="3406229"/>
                  </a:lnTo>
                  <a:lnTo>
                    <a:pt x="3548367" y="3407816"/>
                  </a:lnTo>
                  <a:lnTo>
                    <a:pt x="3537737" y="3413823"/>
                  </a:lnTo>
                  <a:lnTo>
                    <a:pt x="3529952" y="3423793"/>
                  </a:lnTo>
                  <a:lnTo>
                    <a:pt x="3466287" y="3551123"/>
                  </a:lnTo>
                  <a:lnTo>
                    <a:pt x="3462985" y="3563328"/>
                  </a:lnTo>
                  <a:lnTo>
                    <a:pt x="3464572" y="3575443"/>
                  </a:lnTo>
                  <a:lnTo>
                    <a:pt x="3470579" y="3586073"/>
                  </a:lnTo>
                  <a:lnTo>
                    <a:pt x="3480549" y="3593846"/>
                  </a:lnTo>
                  <a:lnTo>
                    <a:pt x="3492766" y="3597148"/>
                  </a:lnTo>
                  <a:lnTo>
                    <a:pt x="3504869" y="3595560"/>
                  </a:lnTo>
                  <a:lnTo>
                    <a:pt x="3515499" y="3589553"/>
                  </a:lnTo>
                  <a:lnTo>
                    <a:pt x="3523272" y="3579584"/>
                  </a:lnTo>
                  <a:lnTo>
                    <a:pt x="3586937" y="3452253"/>
                  </a:lnTo>
                  <a:lnTo>
                    <a:pt x="3590239" y="3440036"/>
                  </a:lnTo>
                  <a:close/>
                </a:path>
                <a:path w="3820159" h="3816985">
                  <a:moveTo>
                    <a:pt x="3613099" y="382003"/>
                  </a:moveTo>
                  <a:lnTo>
                    <a:pt x="3610597" y="369608"/>
                  </a:lnTo>
                  <a:lnTo>
                    <a:pt x="3603777" y="359486"/>
                  </a:lnTo>
                  <a:lnTo>
                    <a:pt x="3593668" y="352666"/>
                  </a:lnTo>
                  <a:lnTo>
                    <a:pt x="3581273" y="350164"/>
                  </a:lnTo>
                  <a:lnTo>
                    <a:pt x="3499777" y="350164"/>
                  </a:lnTo>
                  <a:lnTo>
                    <a:pt x="3496754" y="350316"/>
                  </a:lnTo>
                  <a:lnTo>
                    <a:pt x="3494074" y="352158"/>
                  </a:lnTo>
                  <a:lnTo>
                    <a:pt x="3491649" y="357682"/>
                  </a:lnTo>
                  <a:lnTo>
                    <a:pt x="3491738" y="358241"/>
                  </a:lnTo>
                  <a:lnTo>
                    <a:pt x="3492106" y="360908"/>
                  </a:lnTo>
                  <a:lnTo>
                    <a:pt x="3512439" y="395439"/>
                  </a:lnTo>
                  <a:lnTo>
                    <a:pt x="3516439" y="411111"/>
                  </a:lnTo>
                  <a:lnTo>
                    <a:pt x="3519601" y="413766"/>
                  </a:lnTo>
                  <a:lnTo>
                    <a:pt x="3581654" y="413766"/>
                  </a:lnTo>
                  <a:lnTo>
                    <a:pt x="3593668" y="411340"/>
                  </a:lnTo>
                  <a:lnTo>
                    <a:pt x="3603777" y="404507"/>
                  </a:lnTo>
                  <a:lnTo>
                    <a:pt x="3610597" y="394398"/>
                  </a:lnTo>
                  <a:lnTo>
                    <a:pt x="3613099" y="382003"/>
                  </a:lnTo>
                  <a:close/>
                </a:path>
                <a:path w="3820159" h="3816985">
                  <a:moveTo>
                    <a:pt x="3692690" y="238747"/>
                  </a:moveTo>
                  <a:lnTo>
                    <a:pt x="3690188" y="226364"/>
                  </a:lnTo>
                  <a:lnTo>
                    <a:pt x="3683368" y="216242"/>
                  </a:lnTo>
                  <a:lnTo>
                    <a:pt x="3673246" y="209423"/>
                  </a:lnTo>
                  <a:lnTo>
                    <a:pt x="3660851" y="206921"/>
                  </a:lnTo>
                  <a:lnTo>
                    <a:pt x="3438017" y="206921"/>
                  </a:lnTo>
                  <a:lnTo>
                    <a:pt x="3425634" y="209423"/>
                  </a:lnTo>
                  <a:lnTo>
                    <a:pt x="3415512" y="216242"/>
                  </a:lnTo>
                  <a:lnTo>
                    <a:pt x="3408680" y="226364"/>
                  </a:lnTo>
                  <a:lnTo>
                    <a:pt x="3406178" y="238747"/>
                  </a:lnTo>
                  <a:lnTo>
                    <a:pt x="3408680" y="251142"/>
                  </a:lnTo>
                  <a:lnTo>
                    <a:pt x="3415512" y="261264"/>
                  </a:lnTo>
                  <a:lnTo>
                    <a:pt x="3425634" y="268084"/>
                  </a:lnTo>
                  <a:lnTo>
                    <a:pt x="3438017" y="270586"/>
                  </a:lnTo>
                  <a:lnTo>
                    <a:pt x="3660851" y="270586"/>
                  </a:lnTo>
                  <a:lnTo>
                    <a:pt x="3673246" y="268084"/>
                  </a:lnTo>
                  <a:lnTo>
                    <a:pt x="3683368" y="261264"/>
                  </a:lnTo>
                  <a:lnTo>
                    <a:pt x="3690188" y="251142"/>
                  </a:lnTo>
                  <a:lnTo>
                    <a:pt x="3692690" y="238747"/>
                  </a:lnTo>
                  <a:close/>
                </a:path>
                <a:path w="3820159" h="3816985">
                  <a:moveTo>
                    <a:pt x="3727196" y="3517595"/>
                  </a:moveTo>
                  <a:lnTo>
                    <a:pt x="3724859" y="3505631"/>
                  </a:lnTo>
                  <a:lnTo>
                    <a:pt x="3717861" y="3495103"/>
                  </a:lnTo>
                  <a:lnTo>
                    <a:pt x="3664140" y="3441369"/>
                  </a:lnTo>
                  <a:lnTo>
                    <a:pt x="3656038" y="3438017"/>
                  </a:lnTo>
                  <a:lnTo>
                    <a:pt x="3639147" y="3438017"/>
                  </a:lnTo>
                  <a:lnTo>
                    <a:pt x="3631044" y="3441369"/>
                  </a:lnTo>
                  <a:lnTo>
                    <a:pt x="3625075" y="3447351"/>
                  </a:lnTo>
                  <a:lnTo>
                    <a:pt x="3618090" y="3457879"/>
                  </a:lnTo>
                  <a:lnTo>
                    <a:pt x="3615753" y="3469856"/>
                  </a:lnTo>
                  <a:lnTo>
                    <a:pt x="3618090" y="3481832"/>
                  </a:lnTo>
                  <a:lnTo>
                    <a:pt x="3625075" y="3492360"/>
                  </a:lnTo>
                  <a:lnTo>
                    <a:pt x="3650310" y="3517595"/>
                  </a:lnTo>
                  <a:lnTo>
                    <a:pt x="3625075" y="3542842"/>
                  </a:lnTo>
                  <a:lnTo>
                    <a:pt x="3618090" y="3553383"/>
                  </a:lnTo>
                  <a:lnTo>
                    <a:pt x="3615753" y="3565360"/>
                  </a:lnTo>
                  <a:lnTo>
                    <a:pt x="3618090" y="3577348"/>
                  </a:lnTo>
                  <a:lnTo>
                    <a:pt x="3625088" y="3587864"/>
                  </a:lnTo>
                  <a:lnTo>
                    <a:pt x="3635616" y="3594862"/>
                  </a:lnTo>
                  <a:lnTo>
                    <a:pt x="3647351" y="3597148"/>
                  </a:lnTo>
                  <a:lnTo>
                    <a:pt x="3647859" y="3597148"/>
                  </a:lnTo>
                  <a:lnTo>
                    <a:pt x="3659581" y="3594862"/>
                  </a:lnTo>
                  <a:lnTo>
                    <a:pt x="3670109" y="3587864"/>
                  </a:lnTo>
                  <a:lnTo>
                    <a:pt x="3717861" y="3540112"/>
                  </a:lnTo>
                  <a:lnTo>
                    <a:pt x="3724859" y="3529584"/>
                  </a:lnTo>
                  <a:lnTo>
                    <a:pt x="3727196" y="3517595"/>
                  </a:lnTo>
                  <a:close/>
                </a:path>
                <a:path w="3820159" h="3816985">
                  <a:moveTo>
                    <a:pt x="3820020" y="3221583"/>
                  </a:moveTo>
                  <a:lnTo>
                    <a:pt x="3812629" y="3184918"/>
                  </a:lnTo>
                  <a:lnTo>
                    <a:pt x="3792474" y="3154946"/>
                  </a:lnTo>
                  <a:lnTo>
                    <a:pt x="3762565" y="3134703"/>
                  </a:lnTo>
                  <a:lnTo>
                    <a:pt x="3725913" y="3127197"/>
                  </a:lnTo>
                  <a:lnTo>
                    <a:pt x="3426879" y="3127197"/>
                  </a:lnTo>
                  <a:lnTo>
                    <a:pt x="3434664" y="3141675"/>
                  </a:lnTo>
                  <a:lnTo>
                    <a:pt x="3439464" y="3157397"/>
                  </a:lnTo>
                  <a:lnTo>
                    <a:pt x="3440950" y="3173933"/>
                  </a:lnTo>
                  <a:lnTo>
                    <a:pt x="3440836" y="3174796"/>
                  </a:lnTo>
                  <a:lnTo>
                    <a:pt x="3438779" y="3190862"/>
                  </a:lnTo>
                  <a:lnTo>
                    <a:pt x="3725951" y="3190862"/>
                  </a:lnTo>
                  <a:lnTo>
                    <a:pt x="3737686" y="3193275"/>
                  </a:lnTo>
                  <a:lnTo>
                    <a:pt x="3747363" y="3199854"/>
                  </a:lnTo>
                  <a:lnTo>
                    <a:pt x="3753955" y="3209620"/>
                  </a:lnTo>
                  <a:lnTo>
                    <a:pt x="3756380" y="3221583"/>
                  </a:lnTo>
                  <a:lnTo>
                    <a:pt x="3756266" y="3597579"/>
                  </a:lnTo>
                  <a:lnTo>
                    <a:pt x="3754005" y="3608832"/>
                  </a:lnTo>
                  <a:lnTo>
                    <a:pt x="3747490" y="3618585"/>
                  </a:lnTo>
                  <a:lnTo>
                    <a:pt x="3737826" y="3625202"/>
                  </a:lnTo>
                  <a:lnTo>
                    <a:pt x="3725951" y="3627717"/>
                  </a:lnTo>
                  <a:lnTo>
                    <a:pt x="3490671" y="3627717"/>
                  </a:lnTo>
                  <a:lnTo>
                    <a:pt x="3490671" y="3752824"/>
                  </a:lnTo>
                  <a:lnTo>
                    <a:pt x="3385362" y="3752824"/>
                  </a:lnTo>
                  <a:lnTo>
                    <a:pt x="3400641" y="3691382"/>
                  </a:lnTo>
                  <a:lnTo>
                    <a:pt x="3475393" y="3691382"/>
                  </a:lnTo>
                  <a:lnTo>
                    <a:pt x="3490671" y="3752824"/>
                  </a:lnTo>
                  <a:lnTo>
                    <a:pt x="3490671" y="3627717"/>
                  </a:lnTo>
                  <a:lnTo>
                    <a:pt x="3150108" y="3627717"/>
                  </a:lnTo>
                  <a:lnTo>
                    <a:pt x="3138246" y="3625202"/>
                  </a:lnTo>
                  <a:lnTo>
                    <a:pt x="3128568" y="3618585"/>
                  </a:lnTo>
                  <a:lnTo>
                    <a:pt x="3122066" y="3608832"/>
                  </a:lnTo>
                  <a:lnTo>
                    <a:pt x="3119729" y="3597148"/>
                  </a:lnTo>
                  <a:lnTo>
                    <a:pt x="3119678" y="3408578"/>
                  </a:lnTo>
                  <a:lnTo>
                    <a:pt x="3119755" y="3405086"/>
                  </a:lnTo>
                  <a:lnTo>
                    <a:pt x="3113760" y="3406571"/>
                  </a:lnTo>
                  <a:lnTo>
                    <a:pt x="3099041" y="3408578"/>
                  </a:lnTo>
                  <a:lnTo>
                    <a:pt x="3084296" y="3408083"/>
                  </a:lnTo>
                  <a:lnTo>
                    <a:pt x="3069844" y="3405086"/>
                  </a:lnTo>
                  <a:lnTo>
                    <a:pt x="3056013" y="3399663"/>
                  </a:lnTo>
                  <a:lnTo>
                    <a:pt x="3056140" y="3597579"/>
                  </a:lnTo>
                  <a:lnTo>
                    <a:pt x="3063392" y="3633609"/>
                  </a:lnTo>
                  <a:lnTo>
                    <a:pt x="3083547" y="3663594"/>
                  </a:lnTo>
                  <a:lnTo>
                    <a:pt x="3113443" y="3683851"/>
                  </a:lnTo>
                  <a:lnTo>
                    <a:pt x="3150108" y="3691382"/>
                  </a:lnTo>
                  <a:lnTo>
                    <a:pt x="3335070" y="3691382"/>
                  </a:lnTo>
                  <a:lnTo>
                    <a:pt x="3319754" y="3752824"/>
                  </a:lnTo>
                  <a:lnTo>
                    <a:pt x="3251250" y="3752824"/>
                  </a:lnTo>
                  <a:lnTo>
                    <a:pt x="3238868" y="3755326"/>
                  </a:lnTo>
                  <a:lnTo>
                    <a:pt x="3228746" y="3762146"/>
                  </a:lnTo>
                  <a:lnTo>
                    <a:pt x="3221913" y="3772255"/>
                  </a:lnTo>
                  <a:lnTo>
                    <a:pt x="3219412" y="3784650"/>
                  </a:lnTo>
                  <a:lnTo>
                    <a:pt x="3221913" y="3797046"/>
                  </a:lnTo>
                  <a:lnTo>
                    <a:pt x="3228746" y="3807168"/>
                  </a:lnTo>
                  <a:lnTo>
                    <a:pt x="3238868" y="3813987"/>
                  </a:lnTo>
                  <a:lnTo>
                    <a:pt x="3251250" y="3816489"/>
                  </a:lnTo>
                  <a:lnTo>
                    <a:pt x="3624757" y="3816489"/>
                  </a:lnTo>
                  <a:lnTo>
                    <a:pt x="3637153" y="3813987"/>
                  </a:lnTo>
                  <a:lnTo>
                    <a:pt x="3647262" y="3807168"/>
                  </a:lnTo>
                  <a:lnTo>
                    <a:pt x="3654082" y="3797046"/>
                  </a:lnTo>
                  <a:lnTo>
                    <a:pt x="3656584" y="3784650"/>
                  </a:lnTo>
                  <a:lnTo>
                    <a:pt x="3654082" y="3772255"/>
                  </a:lnTo>
                  <a:lnTo>
                    <a:pt x="3647262" y="3762146"/>
                  </a:lnTo>
                  <a:lnTo>
                    <a:pt x="3637153" y="3755326"/>
                  </a:lnTo>
                  <a:lnTo>
                    <a:pt x="3624757" y="3752824"/>
                  </a:lnTo>
                  <a:lnTo>
                    <a:pt x="3556279" y="3752824"/>
                  </a:lnTo>
                  <a:lnTo>
                    <a:pt x="3541001" y="3691382"/>
                  </a:lnTo>
                  <a:lnTo>
                    <a:pt x="3725951" y="3691382"/>
                  </a:lnTo>
                  <a:lnTo>
                    <a:pt x="3762603" y="3683851"/>
                  </a:lnTo>
                  <a:lnTo>
                    <a:pt x="3792499" y="3663594"/>
                  </a:lnTo>
                  <a:lnTo>
                    <a:pt x="3812641" y="3633609"/>
                  </a:lnTo>
                  <a:lnTo>
                    <a:pt x="3813835" y="3627717"/>
                  </a:lnTo>
                  <a:lnTo>
                    <a:pt x="3819982" y="3597148"/>
                  </a:lnTo>
                  <a:lnTo>
                    <a:pt x="3820020" y="3221583"/>
                  </a:lnTo>
                  <a:close/>
                </a:path>
                <a:path w="3820159" h="3816985">
                  <a:moveTo>
                    <a:pt x="3820020" y="140385"/>
                  </a:moveTo>
                  <a:lnTo>
                    <a:pt x="3801237" y="95504"/>
                  </a:lnTo>
                  <a:lnTo>
                    <a:pt x="3769347" y="63614"/>
                  </a:lnTo>
                  <a:lnTo>
                    <a:pt x="3724516" y="18783"/>
                  </a:lnTo>
                  <a:lnTo>
                    <a:pt x="3714864" y="10807"/>
                  </a:lnTo>
                  <a:lnTo>
                    <a:pt x="3703942" y="4927"/>
                  </a:lnTo>
                  <a:lnTo>
                    <a:pt x="3692093" y="1282"/>
                  </a:lnTo>
                  <a:lnTo>
                    <a:pt x="3679634" y="0"/>
                  </a:lnTo>
                  <a:lnTo>
                    <a:pt x="3310686" y="0"/>
                  </a:lnTo>
                  <a:lnTo>
                    <a:pt x="3286239" y="4927"/>
                  </a:lnTo>
                  <a:lnTo>
                    <a:pt x="3286010" y="4927"/>
                  </a:lnTo>
                  <a:lnTo>
                    <a:pt x="3265665" y="18643"/>
                  </a:lnTo>
                  <a:lnTo>
                    <a:pt x="3265576" y="18783"/>
                  </a:lnTo>
                  <a:lnTo>
                    <a:pt x="3252012" y="38887"/>
                  </a:lnTo>
                  <a:lnTo>
                    <a:pt x="3247021" y="63614"/>
                  </a:lnTo>
                  <a:lnTo>
                    <a:pt x="3247059" y="296367"/>
                  </a:lnTo>
                  <a:lnTo>
                    <a:pt x="3247161" y="299313"/>
                  </a:lnTo>
                  <a:lnTo>
                    <a:pt x="3250450" y="302729"/>
                  </a:lnTo>
                  <a:lnTo>
                    <a:pt x="3254654" y="303060"/>
                  </a:lnTo>
                  <a:lnTo>
                    <a:pt x="3302406" y="303060"/>
                  </a:lnTo>
                  <a:lnTo>
                    <a:pt x="3306521" y="303428"/>
                  </a:lnTo>
                  <a:lnTo>
                    <a:pt x="3310178" y="300469"/>
                  </a:lnTo>
                  <a:lnTo>
                    <a:pt x="3310686" y="296367"/>
                  </a:lnTo>
                  <a:lnTo>
                    <a:pt x="3310686" y="70789"/>
                  </a:lnTo>
                  <a:lnTo>
                    <a:pt x="3317862" y="63614"/>
                  </a:lnTo>
                  <a:lnTo>
                    <a:pt x="3677170" y="63614"/>
                  </a:lnTo>
                  <a:lnTo>
                    <a:pt x="3681222" y="65354"/>
                  </a:lnTo>
                  <a:lnTo>
                    <a:pt x="3684092" y="68440"/>
                  </a:lnTo>
                  <a:lnTo>
                    <a:pt x="3751580" y="135928"/>
                  </a:lnTo>
                  <a:lnTo>
                    <a:pt x="3754666" y="138798"/>
                  </a:lnTo>
                  <a:lnTo>
                    <a:pt x="3756406" y="142849"/>
                  </a:lnTo>
                  <a:lnTo>
                    <a:pt x="3756355" y="581799"/>
                  </a:lnTo>
                  <a:lnTo>
                    <a:pt x="3749230" y="588924"/>
                  </a:lnTo>
                  <a:lnTo>
                    <a:pt x="3514179" y="588924"/>
                  </a:lnTo>
                  <a:lnTo>
                    <a:pt x="3511143" y="591299"/>
                  </a:lnTo>
                  <a:lnTo>
                    <a:pt x="3498418" y="629805"/>
                  </a:lnTo>
                  <a:lnTo>
                    <a:pt x="3492119" y="643356"/>
                  </a:lnTo>
                  <a:lnTo>
                    <a:pt x="3492042" y="646430"/>
                  </a:lnTo>
                  <a:lnTo>
                    <a:pt x="3494811" y="651167"/>
                  </a:lnTo>
                  <a:lnTo>
                    <a:pt x="3497313" y="652589"/>
                  </a:lnTo>
                  <a:lnTo>
                    <a:pt x="3756355" y="652589"/>
                  </a:lnTo>
                  <a:lnTo>
                    <a:pt x="3781133" y="647585"/>
                  </a:lnTo>
                  <a:lnTo>
                    <a:pt x="3801376" y="633933"/>
                  </a:lnTo>
                  <a:lnTo>
                    <a:pt x="3815016" y="613702"/>
                  </a:lnTo>
                  <a:lnTo>
                    <a:pt x="3820020" y="588924"/>
                  </a:lnTo>
                  <a:lnTo>
                    <a:pt x="3820020" y="140385"/>
                  </a:lnTo>
                  <a:close/>
                </a:path>
              </a:pathLst>
            </a:custGeom>
            <a:solidFill>
              <a:srgbClr val="0E4E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Clinical</a:t>
            </a:r>
            <a:r>
              <a:rPr spc="114" dirty="0"/>
              <a:t> </a:t>
            </a:r>
            <a:r>
              <a:rPr spc="105" dirty="0"/>
              <a:t>Team</a:t>
            </a:r>
            <a:r>
              <a:rPr spc="114" dirty="0"/>
              <a:t> </a:t>
            </a:r>
            <a:r>
              <a:rPr spc="65" dirty="0"/>
              <a:t>Expertise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70963" y="1928740"/>
            <a:ext cx="12979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Cambria"/>
                <a:cs typeface="Cambria"/>
              </a:rPr>
              <a:t>Clinical</a:t>
            </a:r>
            <a:r>
              <a:rPr sz="2000" b="1" spc="420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0E4E4A"/>
                </a:solidFill>
                <a:latin typeface="Cambria"/>
                <a:cs typeface="Cambria"/>
              </a:rPr>
              <a:t>AI</a:t>
            </a:r>
            <a:endParaRPr sz="2000">
              <a:latin typeface="Cambria"/>
              <a:cs typeface="Cambria"/>
            </a:endParaRPr>
          </a:p>
          <a:p>
            <a:pPr marR="10160" algn="r">
              <a:lnSpc>
                <a:spcPct val="100000"/>
              </a:lnSpc>
            </a:pPr>
            <a:r>
              <a:rPr sz="2000" b="1" spc="-20" dirty="0">
                <a:solidFill>
                  <a:srgbClr val="0E4E4A"/>
                </a:solidFill>
                <a:latin typeface="Cambria"/>
                <a:cs typeface="Cambria"/>
              </a:rPr>
              <a:t>Lead</a:t>
            </a:r>
            <a:endParaRPr sz="2000">
              <a:latin typeface="Cambria"/>
              <a:cs typeface="Cambria"/>
            </a:endParaRPr>
          </a:p>
          <a:p>
            <a:pPr marL="13335">
              <a:lnSpc>
                <a:spcPct val="100000"/>
              </a:lnSpc>
              <a:spcBef>
                <a:spcPts val="955"/>
              </a:spcBef>
            </a:pPr>
            <a:r>
              <a:rPr sz="2400" b="1" dirty="0">
                <a:solidFill>
                  <a:srgbClr val="0E4E4A"/>
                </a:solidFill>
                <a:latin typeface="Roboto"/>
                <a:cs typeface="Roboto"/>
              </a:rPr>
              <a:t>Het</a:t>
            </a:r>
            <a:r>
              <a:rPr sz="2400" b="1" spc="-15" dirty="0">
                <a:solidFill>
                  <a:srgbClr val="0E4E4A"/>
                </a:solidFill>
                <a:latin typeface="Roboto"/>
                <a:cs typeface="Roboto"/>
              </a:rPr>
              <a:t> </a:t>
            </a: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Barai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28050" y="1562896"/>
            <a:ext cx="158813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E4E4A"/>
                </a:solidFill>
                <a:latin typeface="Cambria"/>
                <a:cs typeface="Cambria"/>
              </a:rPr>
              <a:t>Regulatory</a:t>
            </a:r>
            <a:r>
              <a:rPr sz="2000" b="1" spc="40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2000" b="1" spc="-225" dirty="0">
                <a:solidFill>
                  <a:srgbClr val="0E4E4A"/>
                </a:solidFill>
                <a:latin typeface="Cambria"/>
                <a:cs typeface="Cambria"/>
              </a:rPr>
              <a:t>&amp; </a:t>
            </a:r>
            <a:r>
              <a:rPr sz="2000" b="1" spc="60" dirty="0">
                <a:solidFill>
                  <a:srgbClr val="0E4E4A"/>
                </a:solidFill>
                <a:latin typeface="Cambria"/>
                <a:cs typeface="Cambria"/>
              </a:rPr>
              <a:t>QA</a:t>
            </a:r>
            <a:endParaRPr sz="2000">
              <a:latin typeface="Cambria"/>
              <a:cs typeface="Cambria"/>
            </a:endParaRPr>
          </a:p>
          <a:p>
            <a:pPr marL="12700" marR="283845">
              <a:lnSpc>
                <a:spcPct val="100000"/>
              </a:lnSpc>
              <a:spcBef>
                <a:spcPts val="960"/>
              </a:spcBef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Vatsal Paghadal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28050" y="4814114"/>
            <a:ext cx="15093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60" dirty="0">
                <a:solidFill>
                  <a:srgbClr val="0E4E4A"/>
                </a:solidFill>
                <a:latin typeface="Cambria"/>
                <a:cs typeface="Cambria"/>
              </a:rPr>
              <a:t>Full-</a:t>
            </a:r>
            <a:r>
              <a:rPr sz="2000" b="1" spc="75" dirty="0">
                <a:solidFill>
                  <a:srgbClr val="0E4E4A"/>
                </a:solidFill>
                <a:latin typeface="Cambria"/>
                <a:cs typeface="Cambria"/>
              </a:rPr>
              <a:t>Stack</a:t>
            </a:r>
            <a:r>
              <a:rPr sz="2000" b="1" spc="55" dirty="0">
                <a:solidFill>
                  <a:srgbClr val="0E4E4A"/>
                </a:solidFill>
                <a:latin typeface="Cambria"/>
                <a:cs typeface="Cambria"/>
              </a:rPr>
              <a:t> </a:t>
            </a:r>
            <a:r>
              <a:rPr sz="2000" b="1" spc="-155" dirty="0">
                <a:solidFill>
                  <a:srgbClr val="0E4E4A"/>
                </a:solidFill>
                <a:latin typeface="Cambria"/>
                <a:cs typeface="Cambria"/>
              </a:rPr>
              <a:t>&amp; </a:t>
            </a:r>
            <a:r>
              <a:rPr sz="2000" b="1" spc="160" dirty="0">
                <a:solidFill>
                  <a:srgbClr val="0E4E4A"/>
                </a:solidFill>
                <a:latin typeface="Cambria"/>
                <a:cs typeface="Cambria"/>
              </a:rPr>
              <a:t>UX</a:t>
            </a:r>
            <a:endParaRPr sz="2000">
              <a:latin typeface="Cambria"/>
              <a:cs typeface="Cambria"/>
            </a:endParaRPr>
          </a:p>
          <a:p>
            <a:pPr marL="12700" marR="494030">
              <a:lnSpc>
                <a:spcPct val="100000"/>
              </a:lnSpc>
              <a:spcBef>
                <a:spcPts val="955"/>
              </a:spcBef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Vishwa Darji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4649" y="4814114"/>
            <a:ext cx="15265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5080" indent="7429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E4E4A"/>
                </a:solidFill>
                <a:latin typeface="Cambria"/>
                <a:cs typeface="Cambria"/>
              </a:rPr>
              <a:t>Backend Architect</a:t>
            </a:r>
            <a:endParaRPr sz="2000">
              <a:latin typeface="Cambria"/>
              <a:cs typeface="Cambria"/>
            </a:endParaRPr>
          </a:p>
          <a:p>
            <a:pPr marR="14604" algn="r">
              <a:lnSpc>
                <a:spcPct val="100000"/>
              </a:lnSpc>
              <a:spcBef>
                <a:spcPts val="960"/>
              </a:spcBef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Hrutvijsinh</a:t>
            </a:r>
            <a:endParaRPr sz="2400">
              <a:latin typeface="Roboto"/>
              <a:cs typeface="Roboto"/>
            </a:endParaRPr>
          </a:p>
          <a:p>
            <a:pPr marR="10795" algn="r">
              <a:lnSpc>
                <a:spcPct val="100000"/>
              </a:lnSpc>
            </a:pPr>
            <a:r>
              <a:rPr sz="2400" b="1" spc="-10" dirty="0">
                <a:solidFill>
                  <a:srgbClr val="0E4E4A"/>
                </a:solidFill>
                <a:latin typeface="Roboto"/>
                <a:cs typeface="Roboto"/>
              </a:rPr>
              <a:t>Jadeja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463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MT</vt:lpstr>
      <vt:lpstr>Calibri</vt:lpstr>
      <vt:lpstr>Cambria</vt:lpstr>
      <vt:lpstr>Roboto</vt:lpstr>
      <vt:lpstr>Times New Roman</vt:lpstr>
      <vt:lpstr>Office Theme</vt:lpstr>
      <vt:lpstr>PowerPoint Presentation</vt:lpstr>
      <vt:lpstr>Status Quo vs. Automated Trial Records</vt:lpstr>
      <vt:lpstr>From Raw Patient Data to Audit-Ready Insight</vt:lpstr>
      <vt:lpstr>End-to-End System Architecture</vt:lpstr>
      <vt:lpstr>Clinical Deviation Management Features</vt:lpstr>
      <vt:lpstr>Technologies &amp; Implementation Stack</vt:lpstr>
      <vt:lpstr>Quantiﬁable Regulatory &amp; Operational Impact</vt:lpstr>
      <vt:lpstr>Clinical Team Expertise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25DCS007 HET BARAI</cp:lastModifiedBy>
  <cp:revision>1</cp:revision>
  <dcterms:created xsi:type="dcterms:W3CDTF">2026-09-15T09:38:43Z</dcterms:created>
  <dcterms:modified xsi:type="dcterms:W3CDTF">2026-09-15T15:52:58Z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LastSaved">
    <vt:filetime>2026-09-15T00:00:00Z</vt:filetime>
  </property>
</Properties>
</file>